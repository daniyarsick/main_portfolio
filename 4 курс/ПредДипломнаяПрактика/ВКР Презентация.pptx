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6" r:id="rId4"/>
    <p:sldId id="258" r:id="rId5"/>
    <p:sldId id="259" r:id="rId6"/>
    <p:sldId id="260" r:id="rId7"/>
    <p:sldId id="264" r:id="rId8"/>
    <p:sldId id="265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c16143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c16143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c16143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c16143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42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2c161430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2c161430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2c161430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2c161430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2c161430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2c161430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5523acd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e5523acd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e462d57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e462d57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203199"/>
            <a:ext cx="8520600" cy="11608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 b="1" dirty="0">
                <a:latin typeface="Times New Roman"/>
                <a:ea typeface="Times New Roman"/>
                <a:cs typeface="Times New Roman"/>
                <a:sym typeface="Times New Roman"/>
              </a:rPr>
              <a:t>Веб-ресурс для изучения разработки мобильных приложений с использованием 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Jetpack Compose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735200" y="2197102"/>
            <a:ext cx="4408800" cy="27431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5461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</a:t>
            </a: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 4 курса</a:t>
            </a: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09.03.01 Информатика и вычислительная техника, Технологии разработки программного  обеспечения</a:t>
            </a:r>
            <a:endParaRPr lang="ru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Аннануров Даниил Петрович		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</a:t>
            </a: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43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к.п.н., доцент </a:t>
            </a: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Государев Илья Борисович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Актуальность</a:t>
            </a:r>
            <a:endParaRPr sz="3000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427400"/>
            <a:ext cx="8520600" cy="25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Android-разработка постепенно переходит от XML-разметки к Jetpack Compose. В Compose интерфейс описывается Kotlin-функциями, а внешний вид экрана зависит от состояния приложения.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Начинающему разработчику нужно изучать не только отдельные компоненты интерфейса, но и Kotlin, управление состоянием, навигацию, архитектуру экранов и связь интерфейса с данными.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 работы связана с потребностью в последовательном русскоязычном ресурсе для изучения Jetpack Compose</a:t>
            </a:r>
            <a:endParaRPr sz="20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Предмет</a:t>
            </a:r>
            <a:endParaRPr sz="3000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8459"/>
            <a:ext cx="8520600" cy="25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Существующие образовательные решения закрывают отдельные части учебной задачи, но не всегда дают начинающему пользователю цельный маршрут обучения.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Официальная документация Android и курсы Google содержат качественные материалы, но они в основном англоязычные и требуют самостоятельного выбора порядка изучения тем.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Поэтому возникает необходимость в веб-ресурсе, который объединяет теорию, примеры кода, практические задания, проверку знаний и фиксацию прогресса.</a:t>
            </a:r>
            <a:endParaRPr sz="20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2427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>
                <a:latin typeface="Times New Roman"/>
                <a:ea typeface="Times New Roman"/>
                <a:cs typeface="Times New Roman"/>
                <a:sym typeface="Times New Roman"/>
              </a:rPr>
              <a:t>Цель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32271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Целью выпускной квалификационной работы является разработка веб-ресурса ComposeLearn для последовательного изучения разработки мобильных приложений с использованием Jetpack Compose.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Ресурс должен помогать пользователю проходить учебный маршрут от базовых тем Kotlin и Compose к практической разработке экранов и небольших приложений.</a:t>
            </a:r>
            <a:endParaRPr sz="20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24561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Задачи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672841"/>
            <a:ext cx="8325600" cy="10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Проанализировать предметную область и существующие образовательные ресурсы по Android-разработке, Kotlin и Jetpack Compose.</a:t>
            </a:r>
          </a:p>
          <a:p>
            <a:pPr marL="285750" indent="-28575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Сформулировать требования к проектируемому веб-ресурсу.</a:t>
            </a:r>
          </a:p>
          <a:p>
            <a:pPr marL="285750" indent="-28575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Обосновать выбор инструментальных средств для разработки и развертывания.</a:t>
            </a:r>
          </a:p>
          <a:p>
            <a:pPr marL="285750" indent="-28575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Спроектировать структуру образовательного контента, модель данных и пользовательские сценарии.</a:t>
            </a:r>
          </a:p>
          <a:p>
            <a:pPr marL="285750" indent="-28575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Реализовать веб-ресурс на выбранном технологическом стеке.</a:t>
            </a:r>
          </a:p>
          <a:p>
            <a:pPr marL="285750" indent="-28575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Проверить работу разработанного ресурса.</a:t>
            </a:r>
            <a:endParaRPr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Инструменты и технологии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3357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клиентской части выбраны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Next.js,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TypeScript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серверной части используются Express и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TypeScript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хранения и обработки данных выбраны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Prisma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ORM.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Redis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используется для кэширования и ограничения частоты запросов.</a:t>
            </a:r>
          </a:p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Развертывание описано через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Compose. Внешние запросы</a:t>
            </a:r>
          </a:p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обрабатываются через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Nginx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 HTTPS настраивается с помощью </a:t>
            </a:r>
            <a:r>
              <a:rPr lang="ru-RU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Certbot</a:t>
            </a:r>
            <a:r>
              <a:rPr lang="ru-RU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Результат</a:t>
            </a:r>
            <a:endParaRPr dirty="0"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7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1E116F-1D00-9B04-03F6-C59B60BDC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4" y="1152475"/>
            <a:ext cx="7869382" cy="33769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13557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 sz="3000">
                <a:solidFill>
                  <a:srgbClr val="000000"/>
                </a:solidFill>
              </a:rPr>
              <a:t>Демонстрация работы продукта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116" name="Google Shape;11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340</Words>
  <Application>Microsoft Office PowerPoint</Application>
  <PresentationFormat>Экран (16:9)</PresentationFormat>
  <Paragraphs>40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Simple Light</vt:lpstr>
      <vt:lpstr>Веб-ресурс для изучения разработки мобильных приложений с использованием Jetpack Compose</vt:lpstr>
      <vt:lpstr>Актуальность</vt:lpstr>
      <vt:lpstr>Предмет</vt:lpstr>
      <vt:lpstr>Цель</vt:lpstr>
      <vt:lpstr>Задачи</vt:lpstr>
      <vt:lpstr>Инструменты и технологии</vt:lpstr>
      <vt:lpstr>Результат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ВКР</dc:title>
  <dc:creator>Светлана Гончарова</dc:creator>
  <cp:lastModifiedBy>Даниил Аннануров</cp:lastModifiedBy>
  <cp:revision>3</cp:revision>
  <dcterms:modified xsi:type="dcterms:W3CDTF">2026-05-22T14:31:26Z</dcterms:modified>
</cp:coreProperties>
</file>