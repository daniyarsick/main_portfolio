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7E4"/>
    <a:srgbClr val="DFDDD9"/>
    <a:srgbClr val="E1E0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38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25443-108B-47DA-8277-52320720BD95}" type="datetimeFigureOut">
              <a:rPr lang="ru-RU" smtClean="0"/>
              <a:t>21.06.2023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BC8E0-4DC4-491D-831A-C6CB01F8BD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1406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25443-108B-47DA-8277-52320720BD95}" type="datetimeFigureOut">
              <a:rPr lang="ru-RU" smtClean="0"/>
              <a:t>21.06.2023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BC8E0-4DC4-491D-831A-C6CB01F8BD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6687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25443-108B-47DA-8277-52320720BD95}" type="datetimeFigureOut">
              <a:rPr lang="ru-RU" smtClean="0"/>
              <a:t>21.06.2023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BC8E0-4DC4-491D-831A-C6CB01F8BD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9282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25443-108B-47DA-8277-52320720BD95}" type="datetimeFigureOut">
              <a:rPr lang="ru-RU" smtClean="0"/>
              <a:t>21.06.2023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BC8E0-4DC4-491D-831A-C6CB01F8BD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8208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25443-108B-47DA-8277-52320720BD95}" type="datetimeFigureOut">
              <a:rPr lang="ru-RU" smtClean="0"/>
              <a:t>21.06.2023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BC8E0-4DC4-491D-831A-C6CB01F8BD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6219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25443-108B-47DA-8277-52320720BD95}" type="datetimeFigureOut">
              <a:rPr lang="ru-RU" smtClean="0"/>
              <a:t>21.06.2023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BC8E0-4DC4-491D-831A-C6CB01F8BD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5187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25443-108B-47DA-8277-52320720BD95}" type="datetimeFigureOut">
              <a:rPr lang="ru-RU" smtClean="0"/>
              <a:t>21.06.2023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BC8E0-4DC4-491D-831A-C6CB01F8BD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1172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25443-108B-47DA-8277-52320720BD95}" type="datetimeFigureOut">
              <a:rPr lang="ru-RU" smtClean="0"/>
              <a:t>21.06.2023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BC8E0-4DC4-491D-831A-C6CB01F8BD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0653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25443-108B-47DA-8277-52320720BD95}" type="datetimeFigureOut">
              <a:rPr lang="ru-RU" smtClean="0"/>
              <a:t>21.06.2023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BC8E0-4DC4-491D-831A-C6CB01F8BD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2955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25443-108B-47DA-8277-52320720BD95}" type="datetimeFigureOut">
              <a:rPr lang="ru-RU" smtClean="0"/>
              <a:t>21.06.2023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BC8E0-4DC4-491D-831A-C6CB01F8BD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3806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25443-108B-47DA-8277-52320720BD95}" type="datetimeFigureOut">
              <a:rPr lang="ru-RU" smtClean="0"/>
              <a:t>21.06.2023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BC8E0-4DC4-491D-831A-C6CB01F8BD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556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E25443-108B-47DA-8277-52320720BD95}" type="datetimeFigureOut">
              <a:rPr lang="ru-RU" smtClean="0"/>
              <a:t>21.06.2023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6BC8E0-4DC4-491D-831A-C6CB01F8BD4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3332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64899" y="246157"/>
            <a:ext cx="45931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Интеллектуальная робототехника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0662" y="246157"/>
            <a:ext cx="1457494" cy="1429009"/>
          </a:xfrm>
          <a:prstGeom prst="rect">
            <a:avLst/>
          </a:prstGeom>
        </p:spPr>
      </p:pic>
      <p:cxnSp>
        <p:nvCxnSpPr>
          <p:cNvPr id="9" name="Прямая соединительная линия 8"/>
          <p:cNvCxnSpPr/>
          <p:nvPr/>
        </p:nvCxnSpPr>
        <p:spPr>
          <a:xfrm>
            <a:off x="215430" y="716615"/>
            <a:ext cx="60095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Прямоугольник 9"/>
          <p:cNvSpPr/>
          <p:nvPr/>
        </p:nvSpPr>
        <p:spPr>
          <a:xfrm>
            <a:off x="7754814" y="1940643"/>
            <a:ext cx="19575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Аннануров Д.П.</a:t>
            </a:r>
            <a:endParaRPr lang="ru-RU" sz="2000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7605346" y="1940643"/>
            <a:ext cx="196947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Прямоугольник 12"/>
          <p:cNvSpPr/>
          <p:nvPr/>
        </p:nvSpPr>
        <p:spPr>
          <a:xfrm>
            <a:off x="215430" y="822070"/>
            <a:ext cx="753938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Интеллектуальная робототехника - это область, которая занимается созданием роботов, способных выполнять задачи с использованием искусственного интеллекта. Она объединяет в себе знания из различных областей, таких как механика, электроника, программирование и т.д.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215430" y="2036055"/>
            <a:ext cx="2466225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Интеллектуальная робототехника находит широкое применение в различных сферах жизни. В медицине, например, она используется для проведения сложных операций с высокой точностью и минимальным воздействием на организм пациента.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2977301" y="2080942"/>
            <a:ext cx="441456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Интеллектуальные роботы работают благодаря использованию искусственного интеллекта. Они получают информацию из различных источников, например, с помощью камер, датчиков и т.д. Затем они обрабатывают эту информацию, используя алгоритмы машинного обучения.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2932237" y="4696505"/>
            <a:ext cx="511786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Интеллектуальная робототехника будет продолжать развиваться и находить новые применения в различных сферах жизни. В будущем мы можем ожидать появления более сложных и самостоятельных роботов, способных выполнять еще более сложные задачи.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Прямая соединительная линия 26"/>
          <p:cNvCxnSpPr/>
          <p:nvPr/>
        </p:nvCxnSpPr>
        <p:spPr>
          <a:xfrm>
            <a:off x="299496" y="2021767"/>
            <a:ext cx="6903561" cy="632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/>
          <p:nvPr/>
        </p:nvCxnSpPr>
        <p:spPr>
          <a:xfrm flipH="1">
            <a:off x="2754740" y="2622207"/>
            <a:ext cx="16489" cy="379411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/>
          <p:cNvCxnSpPr/>
          <p:nvPr/>
        </p:nvCxnSpPr>
        <p:spPr>
          <a:xfrm>
            <a:off x="8264769" y="2410630"/>
            <a:ext cx="1310054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930662" y="6450831"/>
            <a:ext cx="1971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dan.annanurov</a:t>
            </a:r>
            <a:r>
              <a:rPr lang="en-US" sz="1200" dirty="0" smtClean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@gmail.com</a:t>
            </a:r>
            <a:endParaRPr lang="ru-RU" sz="120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0106" y="4740623"/>
            <a:ext cx="1480958" cy="1480958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861" y="2521274"/>
            <a:ext cx="2108706" cy="2108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85513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91</TotalTime>
  <Words>144</Words>
  <Application>Microsoft Office PowerPoint</Application>
  <PresentationFormat>Лист A4 (210x297 мм)</PresentationFormat>
  <Paragraphs>7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DIANA KRASNIKOVA</dc:creator>
  <cp:lastModifiedBy>Даниил Аннануров</cp:lastModifiedBy>
  <cp:revision>6</cp:revision>
  <dcterms:created xsi:type="dcterms:W3CDTF">2023-06-20T22:34:26Z</dcterms:created>
  <dcterms:modified xsi:type="dcterms:W3CDTF">2023-06-21T00:47:26Z</dcterms:modified>
</cp:coreProperties>
</file>