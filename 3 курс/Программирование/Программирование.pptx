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27C8A-1536-875E-5B22-577C8474C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57D050-6391-6E9B-8A01-FF99D2B33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1EABD4-D487-336D-4205-132FDBE4C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FB401A-D963-5004-AF71-A55C15BA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FD4608-8BFF-75CE-D5F1-09B76F47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9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7B792E-2BE9-1E74-B5C5-A9A30E394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605639-A79F-FCB0-A9CD-DC137540A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0DE367-6C05-7D46-12B7-AF28CDF75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D5D262-0100-6906-5E49-9F5FC248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255D0-6B85-2BE6-5523-AB247E40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0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FC15A-C929-BA85-5B7D-BB0697AE3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5A1D39-2404-5B22-8B35-FE104FC3B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86D8-6023-ADA8-1F8B-CE94A79A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8EFDA4-8E16-BCDD-8EC3-98A39894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2E9C74-27AF-BD64-B676-38E88804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7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D3690-9C40-5F2D-8F5A-6F0871BA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741C95-762B-C0AE-908B-9EBB57461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B3B8EF-DAFD-48AC-633E-680EAD060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A39412-0639-CC8B-3E89-567C639FD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09CBA6-1C13-9B45-1AB6-C17570B1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F41B82-7FED-E9E0-D336-2ED58A34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2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C51FB-4589-0A6A-6818-1F8F1E4FC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647FBB-E80B-E94D-3B8A-334AA9066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54F08C-381F-BA02-5CAF-A23A4F662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D5F3F4D-6EFF-F382-0981-A9D832A20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A93AE8-AD65-446B-259C-667EEE1AD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6C7EA1-76D6-36EA-958F-7DEE247E2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04B057-596B-778C-0264-D00E34FDB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D3EF80-9DAB-599F-A5F9-4FDD24E0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7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FE8EB-0D25-A67D-BE0C-7B88ED5D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16A8A2B-050D-ADB2-5229-1BCEBE5A1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881D79-95C1-4597-08E9-5B228AF4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AA0037-E204-944E-D2B2-42F3DEF8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1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ABB336-8658-2813-C5F1-19DE937F7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8EB18E1-977C-A4DF-9A90-AEAE6F22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FCB455-06AF-E29A-AED9-BE08325C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9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D9DF0-8989-5754-36C4-35C6358D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8825D1-D1E3-558D-5618-09988FBFE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ABC4EA-C01D-8A75-BC55-5E718805F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539186-A9BD-A63D-A478-74D5C2ED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3EB3DF-CB7F-B85F-20B0-2F70BA2A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676DFE-03BF-FC22-7E43-55353AA2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9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59976-A926-2CDA-F241-D40B4884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7E3B691-D2E8-2BD2-0013-28A6AA4C1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5D710A-12D1-C9BB-D689-B7C3BDD23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4CC28B-82DB-7F9E-D47C-E8AF860F1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63CE29-7A18-8712-082A-17FB67BC0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9AF2C9-CBC7-CC69-E42B-4808C1390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31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978E5-429B-2AB8-C3CD-C51A85602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334643-3853-68AF-AAD2-E0A4E21F0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9D31E0-D205-B534-68BD-37FFA3CC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EBC22-0542-972E-D45D-65D24A26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246354-9DF5-5844-8640-6D6606BD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4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CBE384-B6BC-09D7-D2F5-6E906D49A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27C354-2457-2357-1236-89CF8BD4F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F71FD9-0FE1-2AF3-2D2C-EFB3B5BF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72F7DF-B69F-D709-304A-B1B9BB60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738FB4-A7E4-69A2-6192-E5280BEF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4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CFEFF-A1DB-66AE-76CD-8608F123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016640-BEA3-990D-FCD0-53D8C9309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1E17D0-48C3-7D94-5AA9-66A3571A8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8625E-C3ED-4913-947F-D7A687C173D0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071092-4EC4-6A1C-03FC-AF633326C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FDA485-E101-4366-4D27-C73A4ED75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2CB84-7D16-4638-8F4E-A81986DE1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7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8187F-6BA5-C771-B008-C225A3FCDC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b="1" dirty="0" err="1"/>
              <a:t>FastAPI</a:t>
            </a:r>
            <a:r>
              <a:rPr lang="ru-RU" sz="4000" b="1" dirty="0"/>
              <a:t> </a:t>
            </a:r>
            <a:endParaRPr lang="en-US" sz="40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A36B90-1442-54B8-D404-F9605AADC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5582"/>
            <a:ext cx="9144000" cy="1655762"/>
          </a:xfrm>
        </p:spPr>
        <p:txBody>
          <a:bodyPr/>
          <a:lstStyle/>
          <a:p>
            <a:r>
              <a:rPr lang="ru-RU" dirty="0"/>
              <a:t>Выполнили: </a:t>
            </a:r>
            <a:r>
              <a:rPr lang="ru-RU" dirty="0" err="1"/>
              <a:t>Аннануров</a:t>
            </a:r>
            <a:r>
              <a:rPr lang="ru-RU" dirty="0"/>
              <a:t> Д.П., Антипов А.П.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832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7468F-1D31-4228-A249-AAF5A861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 err="1"/>
              <a:t>FastAPI</a:t>
            </a:r>
            <a:r>
              <a:rPr lang="en-US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FD0C1D-2C5D-539E-B76E-B946EA493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effectLst/>
                <a:latin typeface="__fkGroteskNeue_598ab8"/>
              </a:rPr>
              <a:t>это современный веб-фреймворк для Python, который позволяет быстро создавать API с использованием стандартов </a:t>
            </a:r>
            <a:r>
              <a:rPr lang="ru-RU" b="0" i="0" dirty="0" err="1">
                <a:effectLst/>
                <a:latin typeface="__fkGroteskNeue_598ab8"/>
              </a:rPr>
              <a:t>OpenAPI</a:t>
            </a:r>
            <a:r>
              <a:rPr lang="ru-RU" b="0" i="0" dirty="0">
                <a:effectLst/>
                <a:latin typeface="__fkGroteskNeue_598ab8"/>
              </a:rPr>
              <a:t> и JSON </a:t>
            </a:r>
            <a:r>
              <a:rPr lang="ru-RU" b="0" i="0" dirty="0" err="1">
                <a:effectLst/>
                <a:latin typeface="__fkGroteskNeue_598ab8"/>
              </a:rPr>
              <a:t>Schema</a:t>
            </a:r>
            <a:r>
              <a:rPr lang="ru-RU" b="0" i="0" dirty="0">
                <a:effectLst/>
                <a:latin typeface="__fkGroteskNeue_598ab8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63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AE07E-4DF8-E08E-75E7-7EFF499DB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 err="1"/>
              <a:t>FastAPI</a:t>
            </a:r>
            <a:r>
              <a:rPr lang="en-US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6770C9-F0D3-C313-895A-CED89008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Высокая производительность</a:t>
            </a:r>
          </a:p>
          <a:p>
            <a:pPr marL="0" indent="0">
              <a:buNone/>
            </a:pPr>
            <a:r>
              <a:rPr lang="ru-RU" dirty="0"/>
              <a:t>Автоматическая генерация документации</a:t>
            </a:r>
          </a:p>
          <a:p>
            <a:pPr marL="0" indent="0">
              <a:buNone/>
            </a:pPr>
            <a:r>
              <a:rPr lang="ru-RU" dirty="0"/>
              <a:t>Встроенная поддержка асинхронности</a:t>
            </a:r>
          </a:p>
          <a:p>
            <a:pPr marL="0" indent="0">
              <a:buNone/>
            </a:pPr>
            <a:r>
              <a:rPr lang="ru-RU" dirty="0"/>
              <a:t>Простая и интуитивно понятная маршрутизация</a:t>
            </a:r>
          </a:p>
          <a:p>
            <a:pPr marL="0" indent="0">
              <a:buNone/>
            </a:pPr>
            <a:r>
              <a:rPr lang="ru-RU" dirty="0"/>
              <a:t>Встроенная валидация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687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0135F-0868-C230-7E64-810E2339A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var(--font-fk-grotesk)"/>
              </a:rPr>
              <a:t>Маршрутизация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4408DB3-C2A9-27FE-8496-822A06BB0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273832" cy="3919525"/>
          </a:xfrm>
        </p:spPr>
      </p:pic>
    </p:spTree>
    <p:extLst>
      <p:ext uri="{BB962C8B-B14F-4D97-AF65-F5344CB8AC3E}">
        <p14:creationId xmlns:p14="http://schemas.microsoft.com/office/powerpoint/2010/main" val="91928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C55C3-2DD8-042C-21A2-B93B1270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var(--font-fk-grotesk)"/>
              </a:rPr>
              <a:t>Валидация данных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EC2F084-89E8-B320-7A94-DAE439915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9872"/>
            <a:ext cx="5158494" cy="2579248"/>
          </a:xfrm>
        </p:spPr>
      </p:pic>
    </p:spTree>
    <p:extLst>
      <p:ext uri="{BB962C8B-B14F-4D97-AF65-F5344CB8AC3E}">
        <p14:creationId xmlns:p14="http://schemas.microsoft.com/office/powerpoint/2010/main" val="396611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B1F11-F6F8-71D1-32B6-9EC7B3CC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var(--font-fk-grotesk)"/>
              </a:rPr>
              <a:t>CRUD-</a:t>
            </a:r>
            <a:r>
              <a:rPr lang="ru-RU" b="0" i="0" dirty="0">
                <a:effectLst/>
                <a:latin typeface="var(--font-fk-grotesk)"/>
              </a:rPr>
              <a:t>функции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ACB6E1C-9E5C-E09A-2296-79B04DECE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479801" cy="3679287"/>
          </a:xfrm>
        </p:spPr>
      </p:pic>
    </p:spTree>
    <p:extLst>
      <p:ext uri="{BB962C8B-B14F-4D97-AF65-F5344CB8AC3E}">
        <p14:creationId xmlns:p14="http://schemas.microsoft.com/office/powerpoint/2010/main" val="3949743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2C2B54-F0A3-AEBF-1BE3-59C826E6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var(--font-fk-grotesk)"/>
              </a:rPr>
              <a:t>Шаблоны и </a:t>
            </a:r>
            <a:r>
              <a:rPr lang="en-US" b="0" i="0" dirty="0">
                <a:effectLst/>
                <a:latin typeface="var(--font-fk-grotesk)"/>
              </a:rPr>
              <a:t>HTML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98ACF71-6BEB-9A10-239D-8816F490E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4723"/>
            <a:ext cx="6449569" cy="2175892"/>
          </a:xfrm>
        </p:spPr>
      </p:pic>
    </p:spTree>
    <p:extLst>
      <p:ext uri="{BB962C8B-B14F-4D97-AF65-F5344CB8AC3E}">
        <p14:creationId xmlns:p14="http://schemas.microsoft.com/office/powerpoint/2010/main" val="3379552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FEE19-8049-E1ED-A09D-EF65C4DD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var(--font-fk-grotesk)"/>
              </a:rPr>
              <a:t>Формы отправки данных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DCFDBAC-A3F3-DE2F-3D81-4FFF52F86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899316" cy="1981620"/>
          </a:xfrm>
        </p:spPr>
      </p:pic>
    </p:spTree>
    <p:extLst>
      <p:ext uri="{BB962C8B-B14F-4D97-AF65-F5344CB8AC3E}">
        <p14:creationId xmlns:p14="http://schemas.microsoft.com/office/powerpoint/2010/main" val="2507609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A900C-8B4A-8673-A564-63548990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var(--font-fk-grotesk)"/>
              </a:rPr>
              <a:t>Работа с </a:t>
            </a:r>
            <a:r>
              <a:rPr lang="en-US" b="0" i="0" dirty="0" err="1">
                <a:effectLst/>
                <a:latin typeface="var(--font-fk-grotesk)"/>
              </a:rPr>
              <a:t>SQLAlchemy</a:t>
            </a:r>
            <a:endParaRPr lang="en-US" dirty="0"/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04E90DA3-8230-994E-D754-0766BD5C5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2433"/>
            <a:ext cx="3898392" cy="5086246"/>
          </a:xfrm>
        </p:spPr>
      </p:pic>
    </p:spTree>
    <p:extLst>
      <p:ext uri="{BB962C8B-B14F-4D97-AF65-F5344CB8AC3E}">
        <p14:creationId xmlns:p14="http://schemas.microsoft.com/office/powerpoint/2010/main" val="1168392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717AE-EC7E-A355-0E83-1DFF53667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</a:t>
            </a:r>
            <a:r>
              <a:rPr lang="en-US" dirty="0"/>
              <a:t>Alembic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4F7A7CC-D5EB-4509-B905-B7E0ECD49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924848" cy="2905530"/>
          </a:xfrm>
        </p:spPr>
      </p:pic>
    </p:spTree>
    <p:extLst>
      <p:ext uri="{BB962C8B-B14F-4D97-AF65-F5344CB8AC3E}">
        <p14:creationId xmlns:p14="http://schemas.microsoft.com/office/powerpoint/2010/main" val="3707504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31B5D-F163-2A81-C2BB-9F5789DE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Категоризация функций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2C33F86-773E-256D-D068-FC6BC17CD8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305636" cy="2448267"/>
          </a:xfrm>
        </p:spPr>
      </p:pic>
    </p:spTree>
    <p:extLst>
      <p:ext uri="{BB962C8B-B14F-4D97-AF65-F5344CB8AC3E}">
        <p14:creationId xmlns:p14="http://schemas.microsoft.com/office/powerpoint/2010/main" val="754859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DF029-FCD8-A86F-5E2A-09C74BC0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58000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571B6B-51A2-FC04-8CBE-ACB91469F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1825625"/>
            <a:ext cx="2423160" cy="506096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1815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78</Words>
  <Application>Microsoft Office PowerPoint</Application>
  <PresentationFormat>Широкоэкранный</PresentationFormat>
  <Paragraphs>19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__fkGroteskNeue_598ab8</vt:lpstr>
      <vt:lpstr>Arial</vt:lpstr>
      <vt:lpstr>Calibri</vt:lpstr>
      <vt:lpstr>Calibri Light</vt:lpstr>
      <vt:lpstr>var(--font-fk-grotesk)</vt:lpstr>
      <vt:lpstr>Тема Office</vt:lpstr>
      <vt:lpstr>FastAPI </vt:lpstr>
      <vt:lpstr>Что такое FastAPI?</vt:lpstr>
      <vt:lpstr>Преимущества FastAPI:</vt:lpstr>
      <vt:lpstr>Маршрутизация</vt:lpstr>
      <vt:lpstr>Валидация данных</vt:lpstr>
      <vt:lpstr>CRUD-функции</vt:lpstr>
      <vt:lpstr>Шаблоны и HTML</vt:lpstr>
      <vt:lpstr>Формы отправки данных</vt:lpstr>
      <vt:lpstr>Работа с SQLAlchemy</vt:lpstr>
      <vt:lpstr>Работа с Alembic</vt:lpstr>
      <vt:lpstr>Категоризация функций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Danan</dc:creator>
  <cp:lastModifiedBy>Danan</cp:lastModifiedBy>
  <cp:revision>1</cp:revision>
  <dcterms:created xsi:type="dcterms:W3CDTF">2024-11-25T18:08:36Z</dcterms:created>
  <dcterms:modified xsi:type="dcterms:W3CDTF">2024-11-25T18:29:52Z</dcterms:modified>
</cp:coreProperties>
</file>