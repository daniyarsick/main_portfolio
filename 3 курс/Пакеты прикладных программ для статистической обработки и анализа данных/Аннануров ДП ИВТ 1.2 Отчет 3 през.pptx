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2FA0F6-3978-E869-244B-88DC52DA5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79BFEA-0DE8-38C3-2D3E-D712D82DB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7116AA-8E0E-551A-E07A-A66EAA92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73D3D-99BA-4BB8-853E-265A1F0DF037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1279EB-8894-A3FA-B6BD-4077DE8CF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49B699-BB0C-1D9D-A057-2494D12EA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D64A-E2A6-43F8-A28F-0C69842A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BC1CC-A1AC-B6AD-2FF5-3926A4E1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450007-9105-488C-9430-61005993D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FB52DC-88C1-57AE-3E6D-B66712B6B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73D3D-99BA-4BB8-853E-265A1F0DF037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7024BE-C0C7-18C5-2DF6-26B0BF738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A659D1-3234-80C8-B4E3-C97D392B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D64A-E2A6-43F8-A28F-0C69842A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19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888F4-6C73-C5C3-6D6B-C5DF7F354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700574-DF0D-CE0D-3B03-0048916A1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757B68-FB69-837F-1DF1-FB0A648FE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73D3D-99BA-4BB8-853E-265A1F0DF037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4A972F-4CA0-DB4E-4747-96C2DDF58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9AC62E-3988-E73B-AECE-027CFCB7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D64A-E2A6-43F8-A28F-0C69842A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7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53A508-76B0-F187-A507-D42B9A006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CF3570-AB9F-EF52-92E7-9502E4038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462862-D4BA-F4CB-79E0-4EE41ED3D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6035C2-6825-9F9B-011B-FD2016D6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73D3D-99BA-4BB8-853E-265A1F0DF037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19DC7E-646A-0E1E-2E5B-B04719C54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C4D4E6-0DD3-D4E6-ACCE-0B5A1452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D64A-E2A6-43F8-A28F-0C69842A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45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46559B-7147-8A30-7DAC-115A85B7D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FC5695-C38E-5D70-4E7E-DE50CAD05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337DF1-5103-5A22-9B8C-A769383B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04806DB-BBAD-B1E2-BF75-B4093C079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A89230F-8269-FB95-3916-8A0A43C2A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455407A-1E6D-4F7B-F880-E7001F7EB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73D3D-99BA-4BB8-853E-265A1F0DF037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247D023-5872-737F-0E30-0E6FDA444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A78516A-5877-3E9C-21B9-FF6DC8A00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D64A-E2A6-43F8-A28F-0C69842A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4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2C13A-68C0-10B8-1EE2-5EA351A73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3D4B9F8-EDB7-EEBE-DA59-7B0EF11A5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73D3D-99BA-4BB8-853E-265A1F0DF037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840A9D-1D29-4754-F4F4-CF806109A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5A44F28-A0E2-BF6C-6743-024DABD6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D64A-E2A6-43F8-A28F-0C69842A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4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8615339-75AF-EA64-7390-E884A5388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73D3D-99BA-4BB8-853E-265A1F0DF037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9735844-8F72-8133-BEF2-AA97DF4E4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76A263-F0AF-203F-E6FC-A9E180F64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D64A-E2A6-43F8-A28F-0C69842A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35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A23CC-B74F-5247-B480-B0EA352E5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EAAFD7-3FAD-1A6B-8CAB-DC1C6A3C6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1154FDF-0AFC-8DBD-B1A0-01D03453E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66C9A8-20DA-6DA8-951D-FFFCC2A1F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73D3D-99BA-4BB8-853E-265A1F0DF037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6F7189-659B-2479-83D6-AEBD785E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539EEC-EA5A-0E71-9DD7-D4CDBAF2A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D64A-E2A6-43F8-A28F-0C69842A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8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666CE-F819-CC4A-4B67-C119678C0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6C55BBB-E911-8F3F-4A3B-27333AE68E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C39936-8FD6-B867-CEE3-D262CB4AF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188376-142E-7A8F-B067-B055DF172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73D3D-99BA-4BB8-853E-265A1F0DF037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8A12F7-165C-1661-1A75-60745E71F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3F7137-C2A9-2ADD-4B8A-23492DB94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D64A-E2A6-43F8-A28F-0C69842A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8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3E2F1F-A7E7-5990-5D91-4E4E93ED7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C30F3A-9BB8-000A-3892-ED512C558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A47A12-7333-342F-1295-AAE0DD325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73D3D-99BA-4BB8-853E-265A1F0DF037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FDCE1E-E8D6-3DB6-4459-34C43377E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A8E2F8-3614-27AF-BC88-DE5CDDAF8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D64A-E2A6-43F8-A28F-0C69842A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08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873243-0294-CFCC-F6A5-06626FB91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AC87EC-AD6C-97C3-D441-585D7B4C2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691079-C010-ABE7-1947-B86F0A15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73D3D-99BA-4BB8-853E-265A1F0DF037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477217-B4B9-8630-ADD9-3551A6DF7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6DDF59-7EE6-EC6B-6458-6B03A863A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D64A-E2A6-43F8-A28F-0C69842A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99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8A57F9-B4C1-E6DD-D6B6-ABD772AE2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15FF34-B966-954A-0342-2293800F1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7D0288-8A7C-153D-D8A0-EB0F170223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73D3D-99BA-4BB8-853E-265A1F0DF037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12564D-5301-8187-E4EF-B93BE75ED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94FFCE-D4B6-8E42-9D2C-C6A3FF551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1D64A-E2A6-43F8-A28F-0C69842A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8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69AED5-D123-A490-7FBD-4D65C75BD8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Вклад моей семьи в годы Великой Отечественной Войны</a:t>
            </a:r>
            <a:endParaRPr lang="en-US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26B90A-FF15-658B-6A7E-F9832FACFE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Выполнил: </a:t>
            </a:r>
            <a:r>
              <a:rPr lang="ru-RU" dirty="0" err="1"/>
              <a:t>Аннануров</a:t>
            </a:r>
            <a:r>
              <a:rPr lang="ru-RU" dirty="0"/>
              <a:t> Даниил Петрович ИВТ 1.2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235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F856A-AFC0-BA21-371C-E7DDBDD35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Кириллов Константин Федорович</a:t>
            </a:r>
            <a:endParaRPr lang="en-US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6021E2F-450A-F16F-8014-577CDE5E6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58512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родился 17 февраля 1926 года в маленькой деревне в Псковской области, где и жил до начала Великой Отечественной Войны.</a:t>
            </a:r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4D5647F-89BC-CADF-D02F-85E5A489C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830" y="1690688"/>
            <a:ext cx="5142970" cy="338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48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328999-CECA-9BEA-ECA6-5CA073D7B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Партизанство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0293B3-1BDA-9B8D-FF59-9848D78BE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456" y="1701990"/>
            <a:ext cx="6166104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Немецкие войска группы «Север» наступали очень быстро и в течение первого месяца войны Псковская область была полностью оккупирована Мой дед в возрасте 15 лет вступил в партизанский отряд. </a:t>
            </a:r>
          </a:p>
          <a:p>
            <a:pPr marL="0" indent="0">
              <a:buNone/>
            </a:pPr>
            <a:r>
              <a:rPr lang="ru-RU" dirty="0"/>
              <a:t>Через Псков проходит много железнодорожных путей, во время войны они использовались немцами для подвоза оружия и солдат. Дед, будучи подростком, легко проникал на железнодорожные станции, где собирал сведения о движении немецких войск. Потом эти данные передавались в партизанский отряд и партизаны взрывали железную дорогу с немецкими поездами. 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E8C29D-2325-1091-B53C-4AFCE1EB9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2169" y="1307592"/>
            <a:ext cx="4500759" cy="4745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327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91C7B-615D-9B8E-202F-277BFCA53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Концентрационный лагерь Заксенхаузен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B8E38A-54C4-EAB6-631D-E9AA92968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47816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Так продолжалась до зимы 1943 года, пока дед не попал в плен на одной из станций по неосторожности. В плену он был перемещён в концентрационный лагерь Заксенхаузен. В лагере он сумел выжить и был освобождён Красной Армией в 1945 году. После чего попал в Ленинград и жил там до 1998 года. 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81E57E-0D17-075F-5C9D-F3ADA51EC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478" y="1771078"/>
            <a:ext cx="3120476" cy="325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82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D84BC1-2180-16F0-4946-D28630A1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58000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EC5C8D-20CB-3D60-B6E1-7CE05559D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8193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483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Широкоэкранный</PresentationFormat>
  <Paragraphs>10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Вклад моей семьи в годы Великой Отечественной Войны</vt:lpstr>
      <vt:lpstr>Кириллов Константин Федорович</vt:lpstr>
      <vt:lpstr>Партизанство</vt:lpstr>
      <vt:lpstr>Концентрационный лагерь Заксенхаузен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Danan</dc:creator>
  <cp:lastModifiedBy>Danan</cp:lastModifiedBy>
  <cp:revision>1</cp:revision>
  <dcterms:created xsi:type="dcterms:W3CDTF">2024-12-12T15:01:42Z</dcterms:created>
  <dcterms:modified xsi:type="dcterms:W3CDTF">2024-12-12T15:02:11Z</dcterms:modified>
</cp:coreProperties>
</file>