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Временные затраты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Ремонт техники,ч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Сентябрь</c:v>
                </c:pt>
                <c:pt idx="1">
                  <c:v>Октябрь</c:v>
                </c:pt>
                <c:pt idx="2">
                  <c:v>Ноябрь</c:v>
                </c:pt>
                <c:pt idx="3">
                  <c:v>Декабрь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3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D7-4D70-AE12-10CDBC0E385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Обслуживание ПО,ч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Сентябрь</c:v>
                </c:pt>
                <c:pt idx="1">
                  <c:v>Октябрь</c:v>
                </c:pt>
                <c:pt idx="2">
                  <c:v>Ноябрь</c:v>
                </c:pt>
                <c:pt idx="3">
                  <c:v>Декабрь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3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D7-4D70-AE12-10CDBC0E385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Восстановление данных,ч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Сентябрь</c:v>
                </c:pt>
                <c:pt idx="1">
                  <c:v>Октябрь</c:v>
                </c:pt>
                <c:pt idx="2">
                  <c:v>Ноябрь</c:v>
                </c:pt>
                <c:pt idx="3">
                  <c:v>Декабрь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D7-4D70-AE12-10CDBC0E3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9506512"/>
        <c:axId val="1039501712"/>
      </c:barChart>
      <c:catAx>
        <c:axId val="1039506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9501712"/>
        <c:crosses val="autoZero"/>
        <c:auto val="1"/>
        <c:lblAlgn val="ctr"/>
        <c:lblOffset val="100"/>
        <c:noMultiLvlLbl val="0"/>
      </c:catAx>
      <c:valAx>
        <c:axId val="103950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9506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0A2FC-80C3-4D5C-A8A0-962F150AB9D6}" type="doc">
      <dgm:prSet loTypeId="urn:microsoft.com/office/officeart/2005/8/layout/defaul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D1FEE13-56B0-4ED8-9187-A4F238FC3123}">
      <dgm:prSet phldrT="[Текст]" custT="1"/>
      <dgm:spPr/>
      <dgm:t>
        <a:bodyPr/>
        <a:lstStyle/>
        <a:p>
          <a:r>
            <a:rPr lang="ru-RU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Ремонт частных лиц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EE3BEE-E979-4099-985D-89078B129945}" type="parTrans" cxnId="{025DC248-58EF-4177-A2BF-8C40E5E6B4DC}">
      <dgm:prSet/>
      <dgm:spPr/>
      <dgm:t>
        <a:bodyPr/>
        <a:lstStyle/>
        <a:p>
          <a:endParaRPr lang="en-US"/>
        </a:p>
      </dgm:t>
    </dgm:pt>
    <dgm:pt modelId="{A2300B90-FD6E-4B8C-B1D7-6C6C6DDDB975}" type="sibTrans" cxnId="{025DC248-58EF-4177-A2BF-8C40E5E6B4DC}">
      <dgm:prSet/>
      <dgm:spPr/>
      <dgm:t>
        <a:bodyPr/>
        <a:lstStyle/>
        <a:p>
          <a:endParaRPr lang="en-US"/>
        </a:p>
      </dgm:t>
    </dgm:pt>
    <dgm:pt modelId="{9B54B4C2-9720-45A5-9621-B0A7548E83EF}">
      <dgm:prSet phldrT="[Текст]" custT="1"/>
      <dgm:spPr/>
      <dgm:t>
        <a:bodyPr/>
        <a:lstStyle/>
        <a:p>
          <a:r>
            <a:rPr lang="ru-RU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Обслуживание корпораций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659EA-90BF-4840-A003-FA01889F8860}" type="parTrans" cxnId="{3361FBCF-C2C8-4712-B181-56049C5A816D}">
      <dgm:prSet/>
      <dgm:spPr/>
      <dgm:t>
        <a:bodyPr/>
        <a:lstStyle/>
        <a:p>
          <a:endParaRPr lang="en-US"/>
        </a:p>
      </dgm:t>
    </dgm:pt>
    <dgm:pt modelId="{D74869E6-1391-4865-8604-203C014EA782}" type="sibTrans" cxnId="{3361FBCF-C2C8-4712-B181-56049C5A816D}">
      <dgm:prSet/>
      <dgm:spPr/>
      <dgm:t>
        <a:bodyPr/>
        <a:lstStyle/>
        <a:p>
          <a:endParaRPr lang="en-US"/>
        </a:p>
      </dgm:t>
    </dgm:pt>
    <dgm:pt modelId="{04057334-3356-491A-99DC-284A966B6CA7}" type="pres">
      <dgm:prSet presAssocID="{02F0A2FC-80C3-4D5C-A8A0-962F150AB9D6}" presName="diagram" presStyleCnt="0">
        <dgm:presLayoutVars>
          <dgm:dir/>
          <dgm:resizeHandles val="exact"/>
        </dgm:presLayoutVars>
      </dgm:prSet>
      <dgm:spPr/>
    </dgm:pt>
    <dgm:pt modelId="{5ADDE551-A5C4-45EC-8CB6-497758BF2A85}" type="pres">
      <dgm:prSet presAssocID="{3D1FEE13-56B0-4ED8-9187-A4F238FC3123}" presName="node" presStyleLbl="node1" presStyleIdx="0" presStyleCnt="2">
        <dgm:presLayoutVars>
          <dgm:bulletEnabled val="1"/>
        </dgm:presLayoutVars>
      </dgm:prSet>
      <dgm:spPr/>
    </dgm:pt>
    <dgm:pt modelId="{28B275C9-105F-468D-A3E3-08337D9C99A1}" type="pres">
      <dgm:prSet presAssocID="{A2300B90-FD6E-4B8C-B1D7-6C6C6DDDB975}" presName="sibTrans" presStyleCnt="0"/>
      <dgm:spPr/>
    </dgm:pt>
    <dgm:pt modelId="{09994093-8486-4633-8F02-E66F1D71EB6B}" type="pres">
      <dgm:prSet presAssocID="{9B54B4C2-9720-45A5-9621-B0A7548E83EF}" presName="node" presStyleLbl="node1" presStyleIdx="1" presStyleCnt="2">
        <dgm:presLayoutVars>
          <dgm:bulletEnabled val="1"/>
        </dgm:presLayoutVars>
      </dgm:prSet>
      <dgm:spPr/>
    </dgm:pt>
  </dgm:ptLst>
  <dgm:cxnLst>
    <dgm:cxn modelId="{9B2C3F28-5B16-4076-A432-9BEF994F9FDD}" type="presOf" srcId="{3D1FEE13-56B0-4ED8-9187-A4F238FC3123}" destId="{5ADDE551-A5C4-45EC-8CB6-497758BF2A85}" srcOrd="0" destOrd="0" presId="urn:microsoft.com/office/officeart/2005/8/layout/default"/>
    <dgm:cxn modelId="{025DC248-58EF-4177-A2BF-8C40E5E6B4DC}" srcId="{02F0A2FC-80C3-4D5C-A8A0-962F150AB9D6}" destId="{3D1FEE13-56B0-4ED8-9187-A4F238FC3123}" srcOrd="0" destOrd="0" parTransId="{A9EE3BEE-E979-4099-985D-89078B129945}" sibTransId="{A2300B90-FD6E-4B8C-B1D7-6C6C6DDDB975}"/>
    <dgm:cxn modelId="{C340A469-711B-431E-B73F-EFE1C2692F1C}" type="presOf" srcId="{02F0A2FC-80C3-4D5C-A8A0-962F150AB9D6}" destId="{04057334-3356-491A-99DC-284A966B6CA7}" srcOrd="0" destOrd="0" presId="urn:microsoft.com/office/officeart/2005/8/layout/default"/>
    <dgm:cxn modelId="{1541BF49-06D1-49AE-86C5-09C345E20B00}" type="presOf" srcId="{9B54B4C2-9720-45A5-9621-B0A7548E83EF}" destId="{09994093-8486-4633-8F02-E66F1D71EB6B}" srcOrd="0" destOrd="0" presId="urn:microsoft.com/office/officeart/2005/8/layout/default"/>
    <dgm:cxn modelId="{3361FBCF-C2C8-4712-B181-56049C5A816D}" srcId="{02F0A2FC-80C3-4D5C-A8A0-962F150AB9D6}" destId="{9B54B4C2-9720-45A5-9621-B0A7548E83EF}" srcOrd="1" destOrd="0" parTransId="{BA0659EA-90BF-4840-A003-FA01889F8860}" sibTransId="{D74869E6-1391-4865-8604-203C014EA782}"/>
    <dgm:cxn modelId="{A7E4F74E-9596-4D8B-ACBF-2618B491C1AA}" type="presParOf" srcId="{04057334-3356-491A-99DC-284A966B6CA7}" destId="{5ADDE551-A5C4-45EC-8CB6-497758BF2A85}" srcOrd="0" destOrd="0" presId="urn:microsoft.com/office/officeart/2005/8/layout/default"/>
    <dgm:cxn modelId="{22D8EB1D-7A16-4879-9267-805AD596ED23}" type="presParOf" srcId="{04057334-3356-491A-99DC-284A966B6CA7}" destId="{28B275C9-105F-468D-A3E3-08337D9C99A1}" srcOrd="1" destOrd="0" presId="urn:microsoft.com/office/officeart/2005/8/layout/default"/>
    <dgm:cxn modelId="{2860AA1F-8CFA-4604-BBC3-D0B0623FBEAF}" type="presParOf" srcId="{04057334-3356-491A-99DC-284A966B6CA7}" destId="{09994093-8486-4633-8F02-E66F1D71EB6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895263-7B9C-4D60-B585-EC4337926F55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E64AC22-591D-4942-A852-ED2333200E00}">
      <dgm:prSet phldrT="[Текст]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Директор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1FBCD8-6531-4420-A034-BBA99DD7862D}" type="parTrans" cxnId="{BB9145CF-04AE-4646-A860-B674A89C2D7D}">
      <dgm:prSet/>
      <dgm:spPr/>
      <dgm:t>
        <a:bodyPr/>
        <a:lstStyle/>
        <a:p>
          <a:endParaRPr lang="en-US"/>
        </a:p>
      </dgm:t>
    </dgm:pt>
    <dgm:pt modelId="{23076628-0474-4068-BBAB-AE096635B99E}" type="sibTrans" cxnId="{BB9145CF-04AE-4646-A860-B674A89C2D7D}">
      <dgm:prSet/>
      <dgm:spPr/>
      <dgm:t>
        <a:bodyPr/>
        <a:lstStyle/>
        <a:p>
          <a:endParaRPr lang="en-US"/>
        </a:p>
      </dgm:t>
    </dgm:pt>
    <dgm:pt modelId="{9EC14CAE-B598-4FBC-ADAD-504205BBED83}" type="asst">
      <dgm:prSet phldrT="[Текст]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Менеджер по продажам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C42A6D-8FBC-4DE6-90ED-92639D5BD385}" type="parTrans" cxnId="{BDFC59EF-2E42-41DC-8650-42B6825571CA}">
      <dgm:prSet/>
      <dgm:spPr/>
      <dgm:t>
        <a:bodyPr/>
        <a:lstStyle/>
        <a:p>
          <a:endParaRPr lang="en-US"/>
        </a:p>
      </dgm:t>
    </dgm:pt>
    <dgm:pt modelId="{DA3B6DEB-A0C8-453A-AB27-0DE4BDBCF2F4}" type="sibTrans" cxnId="{BDFC59EF-2E42-41DC-8650-42B6825571CA}">
      <dgm:prSet/>
      <dgm:spPr/>
      <dgm:t>
        <a:bodyPr/>
        <a:lstStyle/>
        <a:p>
          <a:endParaRPr lang="en-US"/>
        </a:p>
      </dgm:t>
    </dgm:pt>
    <dgm:pt modelId="{2153D7F1-0AB0-44E4-87F1-92C80C9FB431}" type="asst">
      <dgm:prSet phldrT="[Текст]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Технический специалист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CDF706-5A44-4D1E-B9A2-A67C79FA83C3}" type="parTrans" cxnId="{8180AD91-1C70-43E6-A695-CD75821B31D7}">
      <dgm:prSet/>
      <dgm:spPr/>
      <dgm:t>
        <a:bodyPr/>
        <a:lstStyle/>
        <a:p>
          <a:endParaRPr lang="en-US"/>
        </a:p>
      </dgm:t>
    </dgm:pt>
    <dgm:pt modelId="{4931007E-92C7-40C0-9687-47441C96E4C2}" type="sibTrans" cxnId="{8180AD91-1C70-43E6-A695-CD75821B31D7}">
      <dgm:prSet/>
      <dgm:spPr/>
      <dgm:t>
        <a:bodyPr/>
        <a:lstStyle/>
        <a:p>
          <a:endParaRPr lang="en-US"/>
        </a:p>
      </dgm:t>
    </dgm:pt>
    <dgm:pt modelId="{06D12AFD-61AF-4CA5-95A0-9BFC6EFDBCEF}" type="asst">
      <dgm:prSet phldrT="[Текст]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Администратор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AD6AB4-F9FA-4B43-8C02-EC27FD1564F5}" type="parTrans" cxnId="{B99586B5-3D2D-4C3D-9EB3-AD55B360BFFC}">
      <dgm:prSet/>
      <dgm:spPr/>
      <dgm:t>
        <a:bodyPr/>
        <a:lstStyle/>
        <a:p>
          <a:endParaRPr lang="en-US"/>
        </a:p>
      </dgm:t>
    </dgm:pt>
    <dgm:pt modelId="{E3DB7B8B-8A48-4269-ACE6-0FEC0BE93416}" type="sibTrans" cxnId="{B99586B5-3D2D-4C3D-9EB3-AD55B360BFFC}">
      <dgm:prSet/>
      <dgm:spPr/>
      <dgm:t>
        <a:bodyPr/>
        <a:lstStyle/>
        <a:p>
          <a:endParaRPr lang="en-US"/>
        </a:p>
      </dgm:t>
    </dgm:pt>
    <dgm:pt modelId="{8C039B8D-DCE9-4148-91BA-91C07E2A53EA}" type="asst">
      <dgm:prSet phldrT="[Текст]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Финансовый менеджер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ECFCA5-1AF7-4940-B58B-A36F16AF7C1B}" type="parTrans" cxnId="{36DB626E-9113-4FC5-A773-AC7C7F0B2B6B}">
      <dgm:prSet/>
      <dgm:spPr/>
      <dgm:t>
        <a:bodyPr/>
        <a:lstStyle/>
        <a:p>
          <a:endParaRPr lang="en-US"/>
        </a:p>
      </dgm:t>
    </dgm:pt>
    <dgm:pt modelId="{9D6C13E0-6F9E-46A4-8F55-6293D5772D61}" type="sibTrans" cxnId="{36DB626E-9113-4FC5-A773-AC7C7F0B2B6B}">
      <dgm:prSet/>
      <dgm:spPr/>
      <dgm:t>
        <a:bodyPr/>
        <a:lstStyle/>
        <a:p>
          <a:endParaRPr lang="en-US"/>
        </a:p>
      </dgm:t>
    </dgm:pt>
    <dgm:pt modelId="{51820F2C-BBCE-4B63-936E-3A058E619B69}" type="pres">
      <dgm:prSet presAssocID="{56895263-7B9C-4D60-B585-EC4337926F5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124074-FC9C-4FEE-A469-7E2CC2BFC1BE}" type="pres">
      <dgm:prSet presAssocID="{8E64AC22-591D-4942-A852-ED2333200E00}" presName="hierRoot1" presStyleCnt="0">
        <dgm:presLayoutVars>
          <dgm:hierBranch val="init"/>
        </dgm:presLayoutVars>
      </dgm:prSet>
      <dgm:spPr/>
    </dgm:pt>
    <dgm:pt modelId="{1CEEDACB-DE50-40E7-86B1-810C82AC5BBB}" type="pres">
      <dgm:prSet presAssocID="{8E64AC22-591D-4942-A852-ED2333200E00}" presName="rootComposite1" presStyleCnt="0"/>
      <dgm:spPr/>
    </dgm:pt>
    <dgm:pt modelId="{7D0DA2D7-CE06-45F6-8340-4FC3C2B2BAE1}" type="pres">
      <dgm:prSet presAssocID="{8E64AC22-591D-4942-A852-ED2333200E00}" presName="rootText1" presStyleLbl="node0" presStyleIdx="0" presStyleCnt="1">
        <dgm:presLayoutVars>
          <dgm:chPref val="3"/>
        </dgm:presLayoutVars>
      </dgm:prSet>
      <dgm:spPr/>
    </dgm:pt>
    <dgm:pt modelId="{841CDED3-9B2E-440B-8FEC-3DB389095D64}" type="pres">
      <dgm:prSet presAssocID="{8E64AC22-591D-4942-A852-ED2333200E00}" presName="rootConnector1" presStyleLbl="node1" presStyleIdx="0" presStyleCnt="0"/>
      <dgm:spPr/>
    </dgm:pt>
    <dgm:pt modelId="{8B959798-4302-4794-978D-1C590E341521}" type="pres">
      <dgm:prSet presAssocID="{8E64AC22-591D-4942-A852-ED2333200E00}" presName="hierChild2" presStyleCnt="0"/>
      <dgm:spPr/>
    </dgm:pt>
    <dgm:pt modelId="{A5093125-E31F-4419-A210-55AD8548CF06}" type="pres">
      <dgm:prSet presAssocID="{8E64AC22-591D-4942-A852-ED2333200E00}" presName="hierChild3" presStyleCnt="0"/>
      <dgm:spPr/>
    </dgm:pt>
    <dgm:pt modelId="{09BD1CBD-3E7F-45C9-B7CD-9D4E5536FA1B}" type="pres">
      <dgm:prSet presAssocID="{6DC42A6D-8FBC-4DE6-90ED-92639D5BD385}" presName="Name111" presStyleLbl="parChTrans1D2" presStyleIdx="0" presStyleCnt="4"/>
      <dgm:spPr/>
    </dgm:pt>
    <dgm:pt modelId="{BFFFA1CA-D0C8-4083-A433-80EC7897AA9C}" type="pres">
      <dgm:prSet presAssocID="{9EC14CAE-B598-4FBC-ADAD-504205BBED83}" presName="hierRoot3" presStyleCnt="0">
        <dgm:presLayoutVars>
          <dgm:hierBranch val="init"/>
        </dgm:presLayoutVars>
      </dgm:prSet>
      <dgm:spPr/>
    </dgm:pt>
    <dgm:pt modelId="{3C117B18-3CF1-4414-BF34-5A7E4A9B232A}" type="pres">
      <dgm:prSet presAssocID="{9EC14CAE-B598-4FBC-ADAD-504205BBED83}" presName="rootComposite3" presStyleCnt="0"/>
      <dgm:spPr/>
    </dgm:pt>
    <dgm:pt modelId="{EE6B844A-6FDE-48B6-B714-94BE2F8DB32D}" type="pres">
      <dgm:prSet presAssocID="{9EC14CAE-B598-4FBC-ADAD-504205BBED83}" presName="rootText3" presStyleLbl="asst1" presStyleIdx="0" presStyleCnt="4">
        <dgm:presLayoutVars>
          <dgm:chPref val="3"/>
        </dgm:presLayoutVars>
      </dgm:prSet>
      <dgm:spPr/>
    </dgm:pt>
    <dgm:pt modelId="{CC032659-AF18-491B-B7D0-338BA2E93708}" type="pres">
      <dgm:prSet presAssocID="{9EC14CAE-B598-4FBC-ADAD-504205BBED83}" presName="rootConnector3" presStyleLbl="asst1" presStyleIdx="0" presStyleCnt="4"/>
      <dgm:spPr/>
    </dgm:pt>
    <dgm:pt modelId="{C152E26F-4D29-45BC-8601-2E859D5C5452}" type="pres">
      <dgm:prSet presAssocID="{9EC14CAE-B598-4FBC-ADAD-504205BBED83}" presName="hierChild6" presStyleCnt="0"/>
      <dgm:spPr/>
    </dgm:pt>
    <dgm:pt modelId="{F4E20F37-4754-40B6-8D26-BDB68EF8AE73}" type="pres">
      <dgm:prSet presAssocID="{9EC14CAE-B598-4FBC-ADAD-504205BBED83}" presName="hierChild7" presStyleCnt="0"/>
      <dgm:spPr/>
    </dgm:pt>
    <dgm:pt modelId="{4420AD7C-497C-4887-B44F-6808F516A138}" type="pres">
      <dgm:prSet presAssocID="{8CCDF706-5A44-4D1E-B9A2-A67C79FA83C3}" presName="Name111" presStyleLbl="parChTrans1D2" presStyleIdx="1" presStyleCnt="4"/>
      <dgm:spPr/>
    </dgm:pt>
    <dgm:pt modelId="{66C8618B-8997-4A10-A449-F701195B731A}" type="pres">
      <dgm:prSet presAssocID="{2153D7F1-0AB0-44E4-87F1-92C80C9FB431}" presName="hierRoot3" presStyleCnt="0">
        <dgm:presLayoutVars>
          <dgm:hierBranch val="init"/>
        </dgm:presLayoutVars>
      </dgm:prSet>
      <dgm:spPr/>
    </dgm:pt>
    <dgm:pt modelId="{09F800DB-54D7-4B55-B48A-5D4BC7D9E914}" type="pres">
      <dgm:prSet presAssocID="{2153D7F1-0AB0-44E4-87F1-92C80C9FB431}" presName="rootComposite3" presStyleCnt="0"/>
      <dgm:spPr/>
    </dgm:pt>
    <dgm:pt modelId="{F39AB894-F573-44ED-B162-6AC16BCE14FB}" type="pres">
      <dgm:prSet presAssocID="{2153D7F1-0AB0-44E4-87F1-92C80C9FB431}" presName="rootText3" presStyleLbl="asst1" presStyleIdx="1" presStyleCnt="4">
        <dgm:presLayoutVars>
          <dgm:chPref val="3"/>
        </dgm:presLayoutVars>
      </dgm:prSet>
      <dgm:spPr/>
    </dgm:pt>
    <dgm:pt modelId="{FFF3CF45-68FA-49C4-848F-6BED97AC45FA}" type="pres">
      <dgm:prSet presAssocID="{2153D7F1-0AB0-44E4-87F1-92C80C9FB431}" presName="rootConnector3" presStyleLbl="asst1" presStyleIdx="1" presStyleCnt="4"/>
      <dgm:spPr/>
    </dgm:pt>
    <dgm:pt modelId="{A5EE7845-F586-4735-AB17-7029A6E367A8}" type="pres">
      <dgm:prSet presAssocID="{2153D7F1-0AB0-44E4-87F1-92C80C9FB431}" presName="hierChild6" presStyleCnt="0"/>
      <dgm:spPr/>
    </dgm:pt>
    <dgm:pt modelId="{13E20D80-CF15-4ACB-88D4-A8C9D589E71F}" type="pres">
      <dgm:prSet presAssocID="{2153D7F1-0AB0-44E4-87F1-92C80C9FB431}" presName="hierChild7" presStyleCnt="0"/>
      <dgm:spPr/>
    </dgm:pt>
    <dgm:pt modelId="{5392F0FB-844A-4680-A974-197C8611C667}" type="pres">
      <dgm:prSet presAssocID="{FDAD6AB4-F9FA-4B43-8C02-EC27FD1564F5}" presName="Name111" presStyleLbl="parChTrans1D2" presStyleIdx="2" presStyleCnt="4"/>
      <dgm:spPr/>
    </dgm:pt>
    <dgm:pt modelId="{AE3D5915-1B90-4F25-8E74-CC7B45DBC52B}" type="pres">
      <dgm:prSet presAssocID="{06D12AFD-61AF-4CA5-95A0-9BFC6EFDBCEF}" presName="hierRoot3" presStyleCnt="0">
        <dgm:presLayoutVars>
          <dgm:hierBranch val="init"/>
        </dgm:presLayoutVars>
      </dgm:prSet>
      <dgm:spPr/>
    </dgm:pt>
    <dgm:pt modelId="{5CF16506-9ED6-48D0-A34F-F9EB727DC49C}" type="pres">
      <dgm:prSet presAssocID="{06D12AFD-61AF-4CA5-95A0-9BFC6EFDBCEF}" presName="rootComposite3" presStyleCnt="0"/>
      <dgm:spPr/>
    </dgm:pt>
    <dgm:pt modelId="{D6DBCBE6-1698-44FF-BAFF-4C8947EE5B71}" type="pres">
      <dgm:prSet presAssocID="{06D12AFD-61AF-4CA5-95A0-9BFC6EFDBCEF}" presName="rootText3" presStyleLbl="asst1" presStyleIdx="2" presStyleCnt="4">
        <dgm:presLayoutVars>
          <dgm:chPref val="3"/>
        </dgm:presLayoutVars>
      </dgm:prSet>
      <dgm:spPr/>
    </dgm:pt>
    <dgm:pt modelId="{29D12556-B568-4728-830B-6C7F0080FB1E}" type="pres">
      <dgm:prSet presAssocID="{06D12AFD-61AF-4CA5-95A0-9BFC6EFDBCEF}" presName="rootConnector3" presStyleLbl="asst1" presStyleIdx="2" presStyleCnt="4"/>
      <dgm:spPr/>
    </dgm:pt>
    <dgm:pt modelId="{A6710A8A-3ED9-4E83-AF6D-BD88C9324D75}" type="pres">
      <dgm:prSet presAssocID="{06D12AFD-61AF-4CA5-95A0-9BFC6EFDBCEF}" presName="hierChild6" presStyleCnt="0"/>
      <dgm:spPr/>
    </dgm:pt>
    <dgm:pt modelId="{C90D0BD4-F054-41A5-B4AB-ACCC2A9A9373}" type="pres">
      <dgm:prSet presAssocID="{06D12AFD-61AF-4CA5-95A0-9BFC6EFDBCEF}" presName="hierChild7" presStyleCnt="0"/>
      <dgm:spPr/>
    </dgm:pt>
    <dgm:pt modelId="{720C282D-7F3A-4A05-AFAF-73350FF76BD0}" type="pres">
      <dgm:prSet presAssocID="{82ECFCA5-1AF7-4940-B58B-A36F16AF7C1B}" presName="Name111" presStyleLbl="parChTrans1D2" presStyleIdx="3" presStyleCnt="4"/>
      <dgm:spPr/>
    </dgm:pt>
    <dgm:pt modelId="{E2588944-DC05-4CE2-BF5A-4516FE388D75}" type="pres">
      <dgm:prSet presAssocID="{8C039B8D-DCE9-4148-91BA-91C07E2A53EA}" presName="hierRoot3" presStyleCnt="0">
        <dgm:presLayoutVars>
          <dgm:hierBranch val="init"/>
        </dgm:presLayoutVars>
      </dgm:prSet>
      <dgm:spPr/>
    </dgm:pt>
    <dgm:pt modelId="{EFA35AC4-C848-404B-9347-C3140B1A210B}" type="pres">
      <dgm:prSet presAssocID="{8C039B8D-DCE9-4148-91BA-91C07E2A53EA}" presName="rootComposite3" presStyleCnt="0"/>
      <dgm:spPr/>
    </dgm:pt>
    <dgm:pt modelId="{00136E73-F0F8-4A9D-87C9-D8FEC2ADF569}" type="pres">
      <dgm:prSet presAssocID="{8C039B8D-DCE9-4148-91BA-91C07E2A53EA}" presName="rootText3" presStyleLbl="asst1" presStyleIdx="3" presStyleCnt="4">
        <dgm:presLayoutVars>
          <dgm:chPref val="3"/>
        </dgm:presLayoutVars>
      </dgm:prSet>
      <dgm:spPr/>
    </dgm:pt>
    <dgm:pt modelId="{648D9874-768C-4F83-AC1E-8D06DF68A926}" type="pres">
      <dgm:prSet presAssocID="{8C039B8D-DCE9-4148-91BA-91C07E2A53EA}" presName="rootConnector3" presStyleLbl="asst1" presStyleIdx="3" presStyleCnt="4"/>
      <dgm:spPr/>
    </dgm:pt>
    <dgm:pt modelId="{68608744-2E8A-49F0-BB3F-4E0C782624C6}" type="pres">
      <dgm:prSet presAssocID="{8C039B8D-DCE9-4148-91BA-91C07E2A53EA}" presName="hierChild6" presStyleCnt="0"/>
      <dgm:spPr/>
    </dgm:pt>
    <dgm:pt modelId="{0C60E391-2E7B-4EF2-BC61-313E6F17D9C3}" type="pres">
      <dgm:prSet presAssocID="{8C039B8D-DCE9-4148-91BA-91C07E2A53EA}" presName="hierChild7" presStyleCnt="0"/>
      <dgm:spPr/>
    </dgm:pt>
  </dgm:ptLst>
  <dgm:cxnLst>
    <dgm:cxn modelId="{44AE470F-6B0D-4EAF-B023-62A7FEEEAF32}" type="presOf" srcId="{9EC14CAE-B598-4FBC-ADAD-504205BBED83}" destId="{EE6B844A-6FDE-48B6-B714-94BE2F8DB32D}" srcOrd="0" destOrd="0" presId="urn:microsoft.com/office/officeart/2005/8/layout/orgChart1"/>
    <dgm:cxn modelId="{CC48F63D-6BAE-484A-A47F-40294921188B}" type="presOf" srcId="{8E64AC22-591D-4942-A852-ED2333200E00}" destId="{841CDED3-9B2E-440B-8FEC-3DB389095D64}" srcOrd="1" destOrd="0" presId="urn:microsoft.com/office/officeart/2005/8/layout/orgChart1"/>
    <dgm:cxn modelId="{36DB626E-9113-4FC5-A773-AC7C7F0B2B6B}" srcId="{8E64AC22-591D-4942-A852-ED2333200E00}" destId="{8C039B8D-DCE9-4148-91BA-91C07E2A53EA}" srcOrd="3" destOrd="0" parTransId="{82ECFCA5-1AF7-4940-B58B-A36F16AF7C1B}" sibTransId="{9D6C13E0-6F9E-46A4-8F55-6293D5772D61}"/>
    <dgm:cxn modelId="{AABD337C-469F-4F74-A15F-7C9954E77675}" type="presOf" srcId="{56895263-7B9C-4D60-B585-EC4337926F55}" destId="{51820F2C-BBCE-4B63-936E-3A058E619B69}" srcOrd="0" destOrd="0" presId="urn:microsoft.com/office/officeart/2005/8/layout/orgChart1"/>
    <dgm:cxn modelId="{8941528E-7939-4961-913C-2DF1D5C02524}" type="presOf" srcId="{8C039B8D-DCE9-4148-91BA-91C07E2A53EA}" destId="{00136E73-F0F8-4A9D-87C9-D8FEC2ADF569}" srcOrd="0" destOrd="0" presId="urn:microsoft.com/office/officeart/2005/8/layout/orgChart1"/>
    <dgm:cxn modelId="{8180AD91-1C70-43E6-A695-CD75821B31D7}" srcId="{8E64AC22-591D-4942-A852-ED2333200E00}" destId="{2153D7F1-0AB0-44E4-87F1-92C80C9FB431}" srcOrd="1" destOrd="0" parTransId="{8CCDF706-5A44-4D1E-B9A2-A67C79FA83C3}" sibTransId="{4931007E-92C7-40C0-9687-47441C96E4C2}"/>
    <dgm:cxn modelId="{3D703F95-8527-49B3-A480-D20B3BC1BC37}" type="presOf" srcId="{82ECFCA5-1AF7-4940-B58B-A36F16AF7C1B}" destId="{720C282D-7F3A-4A05-AFAF-73350FF76BD0}" srcOrd="0" destOrd="0" presId="urn:microsoft.com/office/officeart/2005/8/layout/orgChart1"/>
    <dgm:cxn modelId="{1F13CBA2-16EF-40EC-8018-C2E89C89F1AB}" type="presOf" srcId="{9EC14CAE-B598-4FBC-ADAD-504205BBED83}" destId="{CC032659-AF18-491B-B7D0-338BA2E93708}" srcOrd="1" destOrd="0" presId="urn:microsoft.com/office/officeart/2005/8/layout/orgChart1"/>
    <dgm:cxn modelId="{3D5141A7-BF8F-4042-96F1-74239088478B}" type="presOf" srcId="{06D12AFD-61AF-4CA5-95A0-9BFC6EFDBCEF}" destId="{D6DBCBE6-1698-44FF-BAFF-4C8947EE5B71}" srcOrd="0" destOrd="0" presId="urn:microsoft.com/office/officeart/2005/8/layout/orgChart1"/>
    <dgm:cxn modelId="{8E9384AE-A23E-4401-8035-091705FE92A7}" type="presOf" srcId="{2153D7F1-0AB0-44E4-87F1-92C80C9FB431}" destId="{FFF3CF45-68FA-49C4-848F-6BED97AC45FA}" srcOrd="1" destOrd="0" presId="urn:microsoft.com/office/officeart/2005/8/layout/orgChart1"/>
    <dgm:cxn modelId="{4EF955B0-9404-446B-B595-9BA174B4B23B}" type="presOf" srcId="{8CCDF706-5A44-4D1E-B9A2-A67C79FA83C3}" destId="{4420AD7C-497C-4887-B44F-6808F516A138}" srcOrd="0" destOrd="0" presId="urn:microsoft.com/office/officeart/2005/8/layout/orgChart1"/>
    <dgm:cxn modelId="{B99586B5-3D2D-4C3D-9EB3-AD55B360BFFC}" srcId="{8E64AC22-591D-4942-A852-ED2333200E00}" destId="{06D12AFD-61AF-4CA5-95A0-9BFC6EFDBCEF}" srcOrd="2" destOrd="0" parTransId="{FDAD6AB4-F9FA-4B43-8C02-EC27FD1564F5}" sibTransId="{E3DB7B8B-8A48-4269-ACE6-0FEC0BE93416}"/>
    <dgm:cxn modelId="{B33A9BC2-7597-4375-AFCE-CBF14C485CA9}" type="presOf" srcId="{FDAD6AB4-F9FA-4B43-8C02-EC27FD1564F5}" destId="{5392F0FB-844A-4680-A974-197C8611C667}" srcOrd="0" destOrd="0" presId="urn:microsoft.com/office/officeart/2005/8/layout/orgChart1"/>
    <dgm:cxn modelId="{BB9145CF-04AE-4646-A860-B674A89C2D7D}" srcId="{56895263-7B9C-4D60-B585-EC4337926F55}" destId="{8E64AC22-591D-4942-A852-ED2333200E00}" srcOrd="0" destOrd="0" parTransId="{231FBCD8-6531-4420-A034-BBA99DD7862D}" sibTransId="{23076628-0474-4068-BBAB-AE096635B99E}"/>
    <dgm:cxn modelId="{365423D3-38DA-4374-ADB7-976DB7CD43A4}" type="presOf" srcId="{6DC42A6D-8FBC-4DE6-90ED-92639D5BD385}" destId="{09BD1CBD-3E7F-45C9-B7CD-9D4E5536FA1B}" srcOrd="0" destOrd="0" presId="urn:microsoft.com/office/officeart/2005/8/layout/orgChart1"/>
    <dgm:cxn modelId="{FFBB9CD3-D21F-4DB5-984B-8D241CE40D32}" type="presOf" srcId="{8E64AC22-591D-4942-A852-ED2333200E00}" destId="{7D0DA2D7-CE06-45F6-8340-4FC3C2B2BAE1}" srcOrd="0" destOrd="0" presId="urn:microsoft.com/office/officeart/2005/8/layout/orgChart1"/>
    <dgm:cxn modelId="{B00819E5-4747-4475-87A0-BFFE7206DE65}" type="presOf" srcId="{06D12AFD-61AF-4CA5-95A0-9BFC6EFDBCEF}" destId="{29D12556-B568-4728-830B-6C7F0080FB1E}" srcOrd="1" destOrd="0" presId="urn:microsoft.com/office/officeart/2005/8/layout/orgChart1"/>
    <dgm:cxn modelId="{BDFC59EF-2E42-41DC-8650-42B6825571CA}" srcId="{8E64AC22-591D-4942-A852-ED2333200E00}" destId="{9EC14CAE-B598-4FBC-ADAD-504205BBED83}" srcOrd="0" destOrd="0" parTransId="{6DC42A6D-8FBC-4DE6-90ED-92639D5BD385}" sibTransId="{DA3B6DEB-A0C8-453A-AB27-0DE4BDBCF2F4}"/>
    <dgm:cxn modelId="{206FD2F8-467F-4A14-9F9D-4E714F83E17C}" type="presOf" srcId="{2153D7F1-0AB0-44E4-87F1-92C80C9FB431}" destId="{F39AB894-F573-44ED-B162-6AC16BCE14FB}" srcOrd="0" destOrd="0" presId="urn:microsoft.com/office/officeart/2005/8/layout/orgChart1"/>
    <dgm:cxn modelId="{A65F0EFC-60A0-4D83-88D6-C755C0197A3D}" type="presOf" srcId="{8C039B8D-DCE9-4148-91BA-91C07E2A53EA}" destId="{648D9874-768C-4F83-AC1E-8D06DF68A926}" srcOrd="1" destOrd="0" presId="urn:microsoft.com/office/officeart/2005/8/layout/orgChart1"/>
    <dgm:cxn modelId="{5AD37B69-4BD3-477C-827B-B353D871108D}" type="presParOf" srcId="{51820F2C-BBCE-4B63-936E-3A058E619B69}" destId="{81124074-FC9C-4FEE-A469-7E2CC2BFC1BE}" srcOrd="0" destOrd="0" presId="urn:microsoft.com/office/officeart/2005/8/layout/orgChart1"/>
    <dgm:cxn modelId="{4457D2BC-4D68-47FE-884B-EA6084C15EB5}" type="presParOf" srcId="{81124074-FC9C-4FEE-A469-7E2CC2BFC1BE}" destId="{1CEEDACB-DE50-40E7-86B1-810C82AC5BBB}" srcOrd="0" destOrd="0" presId="urn:microsoft.com/office/officeart/2005/8/layout/orgChart1"/>
    <dgm:cxn modelId="{71B17392-D484-4D9E-9666-4CE78A6FCA06}" type="presParOf" srcId="{1CEEDACB-DE50-40E7-86B1-810C82AC5BBB}" destId="{7D0DA2D7-CE06-45F6-8340-4FC3C2B2BAE1}" srcOrd="0" destOrd="0" presId="urn:microsoft.com/office/officeart/2005/8/layout/orgChart1"/>
    <dgm:cxn modelId="{B6315691-2AF7-4D1F-8985-63038E1D49AB}" type="presParOf" srcId="{1CEEDACB-DE50-40E7-86B1-810C82AC5BBB}" destId="{841CDED3-9B2E-440B-8FEC-3DB389095D64}" srcOrd="1" destOrd="0" presId="urn:microsoft.com/office/officeart/2005/8/layout/orgChart1"/>
    <dgm:cxn modelId="{8D8FDFC3-593C-43AE-B9AA-C1FB46B29FC9}" type="presParOf" srcId="{81124074-FC9C-4FEE-A469-7E2CC2BFC1BE}" destId="{8B959798-4302-4794-978D-1C590E341521}" srcOrd="1" destOrd="0" presId="urn:microsoft.com/office/officeart/2005/8/layout/orgChart1"/>
    <dgm:cxn modelId="{55B913BD-6AEE-45D2-8872-E5E582FEEA55}" type="presParOf" srcId="{81124074-FC9C-4FEE-A469-7E2CC2BFC1BE}" destId="{A5093125-E31F-4419-A210-55AD8548CF06}" srcOrd="2" destOrd="0" presId="urn:microsoft.com/office/officeart/2005/8/layout/orgChart1"/>
    <dgm:cxn modelId="{E6E02BEA-1A18-48D7-9017-F1879A6A8103}" type="presParOf" srcId="{A5093125-E31F-4419-A210-55AD8548CF06}" destId="{09BD1CBD-3E7F-45C9-B7CD-9D4E5536FA1B}" srcOrd="0" destOrd="0" presId="urn:microsoft.com/office/officeart/2005/8/layout/orgChart1"/>
    <dgm:cxn modelId="{CCE5CBC4-32E3-4BF5-AF56-444C96DDFF45}" type="presParOf" srcId="{A5093125-E31F-4419-A210-55AD8548CF06}" destId="{BFFFA1CA-D0C8-4083-A433-80EC7897AA9C}" srcOrd="1" destOrd="0" presId="urn:microsoft.com/office/officeart/2005/8/layout/orgChart1"/>
    <dgm:cxn modelId="{740E219A-1227-4930-A00A-0B8623B99A2E}" type="presParOf" srcId="{BFFFA1CA-D0C8-4083-A433-80EC7897AA9C}" destId="{3C117B18-3CF1-4414-BF34-5A7E4A9B232A}" srcOrd="0" destOrd="0" presId="urn:microsoft.com/office/officeart/2005/8/layout/orgChart1"/>
    <dgm:cxn modelId="{3E2BB89C-32F2-4AC0-82B2-256C8D8B4C31}" type="presParOf" srcId="{3C117B18-3CF1-4414-BF34-5A7E4A9B232A}" destId="{EE6B844A-6FDE-48B6-B714-94BE2F8DB32D}" srcOrd="0" destOrd="0" presId="urn:microsoft.com/office/officeart/2005/8/layout/orgChart1"/>
    <dgm:cxn modelId="{D5CE2E3E-264D-4CD2-8342-AACE0B1F2BE6}" type="presParOf" srcId="{3C117B18-3CF1-4414-BF34-5A7E4A9B232A}" destId="{CC032659-AF18-491B-B7D0-338BA2E93708}" srcOrd="1" destOrd="0" presId="urn:microsoft.com/office/officeart/2005/8/layout/orgChart1"/>
    <dgm:cxn modelId="{48DAF07C-94F5-4311-AACB-C4205FF64FA8}" type="presParOf" srcId="{BFFFA1CA-D0C8-4083-A433-80EC7897AA9C}" destId="{C152E26F-4D29-45BC-8601-2E859D5C5452}" srcOrd="1" destOrd="0" presId="urn:microsoft.com/office/officeart/2005/8/layout/orgChart1"/>
    <dgm:cxn modelId="{A6131A55-EFB5-427F-AA9D-26A38670E8B4}" type="presParOf" srcId="{BFFFA1CA-D0C8-4083-A433-80EC7897AA9C}" destId="{F4E20F37-4754-40B6-8D26-BDB68EF8AE73}" srcOrd="2" destOrd="0" presId="urn:microsoft.com/office/officeart/2005/8/layout/orgChart1"/>
    <dgm:cxn modelId="{0E62CABB-29DD-4BB2-ABF8-2DCECFF2B9AE}" type="presParOf" srcId="{A5093125-E31F-4419-A210-55AD8548CF06}" destId="{4420AD7C-497C-4887-B44F-6808F516A138}" srcOrd="2" destOrd="0" presId="urn:microsoft.com/office/officeart/2005/8/layout/orgChart1"/>
    <dgm:cxn modelId="{56289883-9D7F-485C-B414-7DEA968C54B1}" type="presParOf" srcId="{A5093125-E31F-4419-A210-55AD8548CF06}" destId="{66C8618B-8997-4A10-A449-F701195B731A}" srcOrd="3" destOrd="0" presId="urn:microsoft.com/office/officeart/2005/8/layout/orgChart1"/>
    <dgm:cxn modelId="{8AE21D0F-70CF-45E2-AE54-F76AE219B84C}" type="presParOf" srcId="{66C8618B-8997-4A10-A449-F701195B731A}" destId="{09F800DB-54D7-4B55-B48A-5D4BC7D9E914}" srcOrd="0" destOrd="0" presId="urn:microsoft.com/office/officeart/2005/8/layout/orgChart1"/>
    <dgm:cxn modelId="{EFB78966-E6A6-47EB-BD69-6F1027C1BF33}" type="presParOf" srcId="{09F800DB-54D7-4B55-B48A-5D4BC7D9E914}" destId="{F39AB894-F573-44ED-B162-6AC16BCE14FB}" srcOrd="0" destOrd="0" presId="urn:microsoft.com/office/officeart/2005/8/layout/orgChart1"/>
    <dgm:cxn modelId="{CFC8FB46-DC67-4508-877F-D413AEFD2E20}" type="presParOf" srcId="{09F800DB-54D7-4B55-B48A-5D4BC7D9E914}" destId="{FFF3CF45-68FA-49C4-848F-6BED97AC45FA}" srcOrd="1" destOrd="0" presId="urn:microsoft.com/office/officeart/2005/8/layout/orgChart1"/>
    <dgm:cxn modelId="{CACD4664-BD97-42F0-9389-4104D2781459}" type="presParOf" srcId="{66C8618B-8997-4A10-A449-F701195B731A}" destId="{A5EE7845-F586-4735-AB17-7029A6E367A8}" srcOrd="1" destOrd="0" presId="urn:microsoft.com/office/officeart/2005/8/layout/orgChart1"/>
    <dgm:cxn modelId="{CEDCF553-BAE6-4CB1-BC1E-6EE017EDD70B}" type="presParOf" srcId="{66C8618B-8997-4A10-A449-F701195B731A}" destId="{13E20D80-CF15-4ACB-88D4-A8C9D589E71F}" srcOrd="2" destOrd="0" presId="urn:microsoft.com/office/officeart/2005/8/layout/orgChart1"/>
    <dgm:cxn modelId="{0EF85A03-1393-49A1-8C5C-E5111480E2B9}" type="presParOf" srcId="{A5093125-E31F-4419-A210-55AD8548CF06}" destId="{5392F0FB-844A-4680-A974-197C8611C667}" srcOrd="4" destOrd="0" presId="urn:microsoft.com/office/officeart/2005/8/layout/orgChart1"/>
    <dgm:cxn modelId="{0FF1D59A-018A-4392-B818-13D342F22690}" type="presParOf" srcId="{A5093125-E31F-4419-A210-55AD8548CF06}" destId="{AE3D5915-1B90-4F25-8E74-CC7B45DBC52B}" srcOrd="5" destOrd="0" presId="urn:microsoft.com/office/officeart/2005/8/layout/orgChart1"/>
    <dgm:cxn modelId="{CFE03E35-5490-4F8F-BFEA-85F5BE927E6F}" type="presParOf" srcId="{AE3D5915-1B90-4F25-8E74-CC7B45DBC52B}" destId="{5CF16506-9ED6-48D0-A34F-F9EB727DC49C}" srcOrd="0" destOrd="0" presId="urn:microsoft.com/office/officeart/2005/8/layout/orgChart1"/>
    <dgm:cxn modelId="{1B553208-8E78-4616-A1F8-AF59B6B3778A}" type="presParOf" srcId="{5CF16506-9ED6-48D0-A34F-F9EB727DC49C}" destId="{D6DBCBE6-1698-44FF-BAFF-4C8947EE5B71}" srcOrd="0" destOrd="0" presId="urn:microsoft.com/office/officeart/2005/8/layout/orgChart1"/>
    <dgm:cxn modelId="{26528955-BDB8-42C0-8670-64ED9A496530}" type="presParOf" srcId="{5CF16506-9ED6-48D0-A34F-F9EB727DC49C}" destId="{29D12556-B568-4728-830B-6C7F0080FB1E}" srcOrd="1" destOrd="0" presId="urn:microsoft.com/office/officeart/2005/8/layout/orgChart1"/>
    <dgm:cxn modelId="{07DE6C04-3268-4688-8333-0713CCF5C0D5}" type="presParOf" srcId="{AE3D5915-1B90-4F25-8E74-CC7B45DBC52B}" destId="{A6710A8A-3ED9-4E83-AF6D-BD88C9324D75}" srcOrd="1" destOrd="0" presId="urn:microsoft.com/office/officeart/2005/8/layout/orgChart1"/>
    <dgm:cxn modelId="{41B07C68-F684-4B6E-848C-650634A44457}" type="presParOf" srcId="{AE3D5915-1B90-4F25-8E74-CC7B45DBC52B}" destId="{C90D0BD4-F054-41A5-B4AB-ACCC2A9A9373}" srcOrd="2" destOrd="0" presId="urn:microsoft.com/office/officeart/2005/8/layout/orgChart1"/>
    <dgm:cxn modelId="{9A317946-163B-4984-882F-0531A2B26DFC}" type="presParOf" srcId="{A5093125-E31F-4419-A210-55AD8548CF06}" destId="{720C282D-7F3A-4A05-AFAF-73350FF76BD0}" srcOrd="6" destOrd="0" presId="urn:microsoft.com/office/officeart/2005/8/layout/orgChart1"/>
    <dgm:cxn modelId="{099AFA15-11FF-4493-9355-BD5236BFA268}" type="presParOf" srcId="{A5093125-E31F-4419-A210-55AD8548CF06}" destId="{E2588944-DC05-4CE2-BF5A-4516FE388D75}" srcOrd="7" destOrd="0" presId="urn:microsoft.com/office/officeart/2005/8/layout/orgChart1"/>
    <dgm:cxn modelId="{5955D9A2-6265-4491-8264-3CA8144A09E9}" type="presParOf" srcId="{E2588944-DC05-4CE2-BF5A-4516FE388D75}" destId="{EFA35AC4-C848-404B-9347-C3140B1A210B}" srcOrd="0" destOrd="0" presId="urn:microsoft.com/office/officeart/2005/8/layout/orgChart1"/>
    <dgm:cxn modelId="{6649C9AA-B55E-4B31-BFD8-E4E3331ECAB5}" type="presParOf" srcId="{EFA35AC4-C848-404B-9347-C3140B1A210B}" destId="{00136E73-F0F8-4A9D-87C9-D8FEC2ADF569}" srcOrd="0" destOrd="0" presId="urn:microsoft.com/office/officeart/2005/8/layout/orgChart1"/>
    <dgm:cxn modelId="{F3B13B5E-A201-4FF2-8222-95CD62B6CA2D}" type="presParOf" srcId="{EFA35AC4-C848-404B-9347-C3140B1A210B}" destId="{648D9874-768C-4F83-AC1E-8D06DF68A926}" srcOrd="1" destOrd="0" presId="urn:microsoft.com/office/officeart/2005/8/layout/orgChart1"/>
    <dgm:cxn modelId="{7DD5380C-E58A-4EF2-81BB-B104B3D670AF}" type="presParOf" srcId="{E2588944-DC05-4CE2-BF5A-4516FE388D75}" destId="{68608744-2E8A-49F0-BB3F-4E0C782624C6}" srcOrd="1" destOrd="0" presId="urn:microsoft.com/office/officeart/2005/8/layout/orgChart1"/>
    <dgm:cxn modelId="{14975905-E11C-4A84-AE37-FADF87AB3900}" type="presParOf" srcId="{E2588944-DC05-4CE2-BF5A-4516FE388D75}" destId="{0C60E391-2E7B-4EF2-BC61-313E6F17D9C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DE551-A5C4-45EC-8CB6-497758BF2A85}">
      <dsp:nvSpPr>
        <dsp:cNvPr id="0" name=""/>
        <dsp:cNvSpPr/>
      </dsp:nvSpPr>
      <dsp:spPr>
        <a:xfrm>
          <a:off x="943" y="446810"/>
          <a:ext cx="3680589" cy="22083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Ремонт частных лиц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43" y="446810"/>
        <a:ext cx="3680589" cy="2208353"/>
      </dsp:txXfrm>
    </dsp:sp>
    <dsp:sp modelId="{09994093-8486-4633-8F02-E66F1D71EB6B}">
      <dsp:nvSpPr>
        <dsp:cNvPr id="0" name=""/>
        <dsp:cNvSpPr/>
      </dsp:nvSpPr>
      <dsp:spPr>
        <a:xfrm>
          <a:off x="4049591" y="446810"/>
          <a:ext cx="3680589" cy="22083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Обслуживание корпораций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49591" y="446810"/>
        <a:ext cx="3680589" cy="22083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C282D-7F3A-4A05-AFAF-73350FF76BD0}">
      <dsp:nvSpPr>
        <dsp:cNvPr id="0" name=""/>
        <dsp:cNvSpPr/>
      </dsp:nvSpPr>
      <dsp:spPr>
        <a:xfrm>
          <a:off x="4299743" y="1109957"/>
          <a:ext cx="232570" cy="25914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1498"/>
              </a:lnTo>
              <a:lnTo>
                <a:pt x="232570" y="259149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92F0FB-844A-4680-A974-197C8611C667}">
      <dsp:nvSpPr>
        <dsp:cNvPr id="0" name=""/>
        <dsp:cNvSpPr/>
      </dsp:nvSpPr>
      <dsp:spPr>
        <a:xfrm>
          <a:off x="4067173" y="1109957"/>
          <a:ext cx="232570" cy="2591498"/>
        </a:xfrm>
        <a:custGeom>
          <a:avLst/>
          <a:gdLst/>
          <a:ahLst/>
          <a:cxnLst/>
          <a:rect l="0" t="0" r="0" b="0"/>
          <a:pathLst>
            <a:path>
              <a:moveTo>
                <a:pt x="232570" y="0"/>
              </a:moveTo>
              <a:lnTo>
                <a:pt x="232570" y="2591498"/>
              </a:lnTo>
              <a:lnTo>
                <a:pt x="0" y="259149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20AD7C-497C-4887-B44F-6808F516A138}">
      <dsp:nvSpPr>
        <dsp:cNvPr id="0" name=""/>
        <dsp:cNvSpPr/>
      </dsp:nvSpPr>
      <dsp:spPr>
        <a:xfrm>
          <a:off x="4299743" y="1109957"/>
          <a:ext cx="232570" cy="10188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8879"/>
              </a:lnTo>
              <a:lnTo>
                <a:pt x="232570" y="10188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D1CBD-3E7F-45C9-B7CD-9D4E5536FA1B}">
      <dsp:nvSpPr>
        <dsp:cNvPr id="0" name=""/>
        <dsp:cNvSpPr/>
      </dsp:nvSpPr>
      <dsp:spPr>
        <a:xfrm>
          <a:off x="4067173" y="1109957"/>
          <a:ext cx="232570" cy="1018879"/>
        </a:xfrm>
        <a:custGeom>
          <a:avLst/>
          <a:gdLst/>
          <a:ahLst/>
          <a:cxnLst/>
          <a:rect l="0" t="0" r="0" b="0"/>
          <a:pathLst>
            <a:path>
              <a:moveTo>
                <a:pt x="232570" y="0"/>
              </a:moveTo>
              <a:lnTo>
                <a:pt x="232570" y="1018879"/>
              </a:lnTo>
              <a:lnTo>
                <a:pt x="0" y="10188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0DA2D7-CE06-45F6-8340-4FC3C2B2BAE1}">
      <dsp:nvSpPr>
        <dsp:cNvPr id="0" name=""/>
        <dsp:cNvSpPr/>
      </dsp:nvSpPr>
      <dsp:spPr>
        <a:xfrm>
          <a:off x="3192265" y="2479"/>
          <a:ext cx="2214955" cy="1107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Директор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92265" y="2479"/>
        <a:ext cx="2214955" cy="1107477"/>
      </dsp:txXfrm>
    </dsp:sp>
    <dsp:sp modelId="{EE6B844A-6FDE-48B6-B714-94BE2F8DB32D}">
      <dsp:nvSpPr>
        <dsp:cNvPr id="0" name=""/>
        <dsp:cNvSpPr/>
      </dsp:nvSpPr>
      <dsp:spPr>
        <a:xfrm>
          <a:off x="1852217" y="1575098"/>
          <a:ext cx="2214955" cy="1107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Менеджер по продажам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2217" y="1575098"/>
        <a:ext cx="2214955" cy="1107477"/>
      </dsp:txXfrm>
    </dsp:sp>
    <dsp:sp modelId="{F39AB894-F573-44ED-B162-6AC16BCE14FB}">
      <dsp:nvSpPr>
        <dsp:cNvPr id="0" name=""/>
        <dsp:cNvSpPr/>
      </dsp:nvSpPr>
      <dsp:spPr>
        <a:xfrm>
          <a:off x="4532313" y="1575098"/>
          <a:ext cx="2214955" cy="1107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Технический специалист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32313" y="1575098"/>
        <a:ext cx="2214955" cy="1107477"/>
      </dsp:txXfrm>
    </dsp:sp>
    <dsp:sp modelId="{D6DBCBE6-1698-44FF-BAFF-4C8947EE5B71}">
      <dsp:nvSpPr>
        <dsp:cNvPr id="0" name=""/>
        <dsp:cNvSpPr/>
      </dsp:nvSpPr>
      <dsp:spPr>
        <a:xfrm>
          <a:off x="1852217" y="3147717"/>
          <a:ext cx="2214955" cy="1107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Администратор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2217" y="3147717"/>
        <a:ext cx="2214955" cy="1107477"/>
      </dsp:txXfrm>
    </dsp:sp>
    <dsp:sp modelId="{00136E73-F0F8-4A9D-87C9-D8FEC2ADF569}">
      <dsp:nvSpPr>
        <dsp:cNvPr id="0" name=""/>
        <dsp:cNvSpPr/>
      </dsp:nvSpPr>
      <dsp:spPr>
        <a:xfrm>
          <a:off x="4532313" y="3147717"/>
          <a:ext cx="2214955" cy="1107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Финансовый менеджер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32313" y="3147717"/>
        <a:ext cx="2214955" cy="1107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16:30:42.1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1898 1,'-1882'877,"1867"-869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16:30:43.46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2650 1,'-2632'1227,"2614"-1219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16:30:44.5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1414 1,'-1391'648,"1369"-638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16:31:15.10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52 40,'1111'-39,"-2266"79,1148-40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16:31:23.2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1 701,'587'-700,"-1054"1257,463-552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403975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431010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6012CF-BD68-D593-75C1-2F505B2EA56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41802" y="403975"/>
            <a:ext cx="1072989" cy="10729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maps/place/&#1091;&#1083;.+&#1050;&#1086;&#1083;&#1083;&#1086;&#1085;&#1090;&#1072;&#1081;,+6+&#1082;1/@59.9157474,30.4478929,17z/data=!4m7!3m6!1s0x46962e3d71462b4b:0xe0a618b0fa55bc6f!4b1!8m2!3d59.9157485!4d30.4480298!16s%2Fg%2F11q2n7nm9r?entry=ttu&amp;g_ep=EgoyMDI0MTIwMi4wIKXMDSoASAFQAw%3D%3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B5B53-93E1-79F2-F234-7CBFBF67C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Альфа Дата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7875BA-7082-868C-3153-4109869CE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Сервис обслуживания компьютеров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0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0BBDC-10B0-1E2B-45A2-4D77C3FD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73836"/>
            <a:ext cx="7729728" cy="118872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C0F5C4-69F3-39A3-BB0A-1575D58A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Проблема</a:t>
            </a:r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Решение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Деятельность компании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Структура компании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Основатель компании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Показатели эффективности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Как добраться</a:t>
            </a: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6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29F1A-60A2-4CB2-F5E7-C41178C7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9D628-8C09-ED09-DA69-428ED9AB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56713"/>
            <a:ext cx="12192000" cy="31019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ломается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довольно часто в самые неудобные моменты жизни.</a:t>
            </a:r>
          </a:p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Порой данные могут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удаляться важные данные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всегда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получается восстановить в кратчайший срок.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4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F0C83-7B60-B562-B5C5-F23613FA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4416768-8EDD-9A62-3BD8-F8AD9711E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736" y="3028189"/>
            <a:ext cx="1676400" cy="16764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3926C4-962A-E44F-8EA1-974B7E556D6E}"/>
              </a:ext>
            </a:extLst>
          </p:cNvPr>
          <p:cNvSpPr txBox="1"/>
          <p:nvPr/>
        </p:nvSpPr>
        <p:spPr>
          <a:xfrm>
            <a:off x="180975" y="4804113"/>
            <a:ext cx="2924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Экономия времени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EE76CD-2D8C-A397-296C-66346ACD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555" y="2914194"/>
            <a:ext cx="1790395" cy="1790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11889E-6FF0-D74F-B980-422331683533}"/>
              </a:ext>
            </a:extLst>
          </p:cNvPr>
          <p:cNvSpPr txBox="1"/>
          <p:nvPr/>
        </p:nvSpPr>
        <p:spPr>
          <a:xfrm>
            <a:off x="4238777" y="4804113"/>
            <a:ext cx="340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и квалифицированная помощь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F29EE72-50A5-17CE-0FA0-612105E10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7151" y="2715238"/>
            <a:ext cx="1990113" cy="19901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F819E5-9B6D-FDF5-4B9A-6DF11F275837}"/>
              </a:ext>
            </a:extLst>
          </p:cNvPr>
          <p:cNvSpPr txBox="1"/>
          <p:nvPr/>
        </p:nvSpPr>
        <p:spPr>
          <a:xfrm>
            <a:off x="8937232" y="4804113"/>
            <a:ext cx="3409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стоимость ремонта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93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4C2C9-296C-AE50-15B8-46BFF259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 компании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FAF3D23-CD31-0074-19CA-A25672858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699433"/>
              </p:ext>
            </p:extLst>
          </p:nvPr>
        </p:nvGraphicFramePr>
        <p:xfrm>
          <a:off x="2230438" y="261937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183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D5F5D-7FAE-85BD-DC6D-6F5758A5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фирмы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28A82D3-6F33-52AA-D735-4A65BE92E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970983"/>
              </p:ext>
            </p:extLst>
          </p:nvPr>
        </p:nvGraphicFramePr>
        <p:xfrm>
          <a:off x="1796256" y="2324862"/>
          <a:ext cx="8599487" cy="4257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811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EDA2F-ACD0-7E64-0174-2C9A58AB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Основатель компании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A875CE-414A-879C-3223-B4082D7C7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853303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Аннануров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</a:t>
            </a:r>
          </a:p>
          <a:p>
            <a:pPr marL="0" indent="0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РГПУ им. Герцена «Информатика и вычислительная техника. Технологии разработки программного обеспечения.»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8E662D-C3AC-5199-3CA1-195CE1A1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439" y="2371725"/>
            <a:ext cx="375285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858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A9C47-8506-3593-DD26-6C9A200F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эффективности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AB28AA4-27FD-7DCF-7F21-D5B1E078A6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655100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926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0B1B0-172A-7CA5-C3C4-78420264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добраться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DF9A3-953F-2B4B-A64F-C9882FA58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44" y="2491900"/>
            <a:ext cx="2998025" cy="3101983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главного офиса: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Санкт-Петербург, ул. Коллонтай д6к1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5E26A9-F058-A34C-E3A0-E0390EEE5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061" y="2638044"/>
            <a:ext cx="5796483" cy="3249880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C1D409DF-0907-B414-FA5E-CA30815F58D4}"/>
              </a:ext>
            </a:extLst>
          </p:cNvPr>
          <p:cNvSpPr/>
          <p:nvPr/>
        </p:nvSpPr>
        <p:spPr>
          <a:xfrm>
            <a:off x="4659480" y="3785065"/>
            <a:ext cx="738605" cy="602460"/>
          </a:xfrm>
          <a:prstGeom prst="ellipse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1FD60ECF-1454-2BEF-A431-E7EFBB36B429}"/>
                  </a:ext>
                </a:extLst>
              </p14:cNvPr>
              <p14:cNvContentPartPr/>
              <p14:nvPr/>
            </p14:nvContentPartPr>
            <p14:xfrm>
              <a:off x="7961535" y="2678325"/>
              <a:ext cx="683280" cy="318960"/>
            </p14:xfrm>
          </p:contentPart>
        </mc:Choice>
        <mc:Fallback xmlns=""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1FD60ECF-1454-2BEF-A431-E7EFBB36B4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5415" y="2672205"/>
                <a:ext cx="6955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69846BAA-E080-521F-EA4C-7FBA783607A7}"/>
                  </a:ext>
                </a:extLst>
              </p14:cNvPr>
              <p14:cNvContentPartPr/>
              <p14:nvPr/>
            </p14:nvContentPartPr>
            <p14:xfrm>
              <a:off x="6546735" y="3211845"/>
              <a:ext cx="954360" cy="445320"/>
            </p14:xfrm>
          </p:contentPart>
        </mc:Choice>
        <mc:Fallback xmlns=""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69846BAA-E080-521F-EA4C-7FBA783607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0615" y="3205725"/>
                <a:ext cx="96660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22C4364E-3163-4901-2A61-7B61E5B06562}"/>
                  </a:ext>
                </a:extLst>
              </p14:cNvPr>
              <p14:cNvContentPartPr/>
              <p14:nvPr/>
            </p14:nvContentPartPr>
            <p14:xfrm>
              <a:off x="5462345" y="3934164"/>
              <a:ext cx="509040" cy="237600"/>
            </p14:xfrm>
          </p:contentPart>
        </mc:Choice>
        <mc:Fallback xmlns=""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22C4364E-3163-4901-2A61-7B61E5B065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56225" y="3928044"/>
                <a:ext cx="5212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9EF90134-B21E-A428-5AEE-DA6A0B1C6B5A}"/>
                  </a:ext>
                </a:extLst>
              </p14:cNvPr>
              <p14:cNvContentPartPr/>
              <p14:nvPr/>
            </p14:nvContentPartPr>
            <p14:xfrm>
              <a:off x="5467350" y="4156644"/>
              <a:ext cx="418680" cy="1512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9EF90134-B21E-A428-5AEE-DA6A0B1C6B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61230" y="4150524"/>
                <a:ext cx="4309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9154C78C-2F78-C559-FE0F-8422B9265539}"/>
                  </a:ext>
                </a:extLst>
              </p14:cNvPr>
              <p14:cNvContentPartPr/>
              <p14:nvPr/>
            </p14:nvContentPartPr>
            <p14:xfrm>
              <a:off x="5457118" y="3916712"/>
              <a:ext cx="212040" cy="252360"/>
            </p14:xfrm>
          </p:contentPart>
        </mc:Choice>
        <mc:Fallback xmlns=""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9154C78C-2F78-C559-FE0F-8422B92655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50998" y="3910592"/>
                <a:ext cx="224280" cy="26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144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43F26-D32E-67B2-2FD9-3F877AB3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D2AF5B-D0F3-DB01-A71A-C49437BD0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https://www.google.com/maps/place/</a:t>
            </a:r>
            <a:r>
              <a:rPr lang="ru-RU" dirty="0">
                <a:hlinkClick r:id="rId2"/>
              </a:rPr>
              <a:t>ул.+Коллонтай,+6+к1/@59.9157474,30.4478929,17</a:t>
            </a:r>
            <a:r>
              <a:rPr lang="en-US" dirty="0">
                <a:hlinkClick r:id="rId2"/>
              </a:rPr>
              <a:t>z/data=!4m7!3m6!1s0x46962e3d71462b4b:0xe0a618b0fa55bc6f!4b1!8m2!3d59.9157485!4d30.4480298!16s%2Fg%2F11q2n7nm9r?entry=</a:t>
            </a:r>
            <a:r>
              <a:rPr lang="en-US" dirty="0" err="1">
                <a:hlinkClick r:id="rId2"/>
              </a:rPr>
              <a:t>ttu&amp;g_ep</a:t>
            </a:r>
            <a:r>
              <a:rPr lang="en-US" dirty="0">
                <a:hlinkClick r:id="rId2"/>
              </a:rPr>
              <a:t>=EgoyMDI0MTIwMi4wIKXMDSoASAFQAw%3D%3D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1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81EAC-C3E6-2E90-58F5-1DA3F4E8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73DB9-9D5F-5F6F-6C0B-9E2F01A91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00193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146</TotalTime>
  <Words>161</Words>
  <Application>Microsoft Office PowerPoint</Application>
  <PresentationFormat>Широкоэкранный</PresentationFormat>
  <Paragraphs>38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Corbel</vt:lpstr>
      <vt:lpstr>Gill Sans MT</vt:lpstr>
      <vt:lpstr>Times New Roman</vt:lpstr>
      <vt:lpstr>Посылка</vt:lpstr>
      <vt:lpstr>Альфа Дата</vt:lpstr>
      <vt:lpstr>СОДЕРЖАНИЕ</vt:lpstr>
      <vt:lpstr>Проблема</vt:lpstr>
      <vt:lpstr>Решение</vt:lpstr>
      <vt:lpstr>Деятельность компании</vt:lpstr>
      <vt:lpstr>Структура фирмы</vt:lpstr>
      <vt:lpstr>Основатель компании</vt:lpstr>
      <vt:lpstr>Показатели эффективности</vt:lpstr>
      <vt:lpstr>Как добраться</vt:lpstr>
      <vt:lpstr>Источники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Danan</dc:creator>
  <cp:lastModifiedBy>Danan</cp:lastModifiedBy>
  <cp:revision>2</cp:revision>
  <dcterms:created xsi:type="dcterms:W3CDTF">2024-12-05T14:44:17Z</dcterms:created>
  <dcterms:modified xsi:type="dcterms:W3CDTF">2024-12-12T18:46:07Z</dcterms:modified>
</cp:coreProperties>
</file>