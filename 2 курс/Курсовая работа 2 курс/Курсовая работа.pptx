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0E9C7C-FDED-4D51-8F05-301C9286A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3AFB50-6709-4465-BFD8-A9F66A11C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1F410C-C8E7-4E64-AD6E-98BFADAF5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9EE40-0653-4F05-969A-D86CE14C1E27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319949-1276-4591-BA12-579D9A75C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BE24E7-33AE-4087-9692-50B77470B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B55-7CF7-4D2D-A71C-5B14E7B05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398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E7A622-BEA2-4BC1-AF37-F58E5734C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91B482-099A-4CA8-9AF5-5C13F58B7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B2EA7A-E3CB-418C-B327-B23AF66FD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9EE40-0653-4F05-969A-D86CE14C1E27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136369-C394-47C2-9841-1C238E3F7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1C428B-33F3-4AAE-92E5-4A6C61F04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B55-7CF7-4D2D-A71C-5B14E7B05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5917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D0DCA9-313E-4C54-93C2-B32532471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DC7C29-15ED-4904-A058-5D3719779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F44CB-A060-4989-AA5D-CFBD6A3B1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9EE40-0653-4F05-969A-D86CE14C1E27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B7200C-5EF2-48D1-8F8A-43F00E715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9F61A5-57B4-4620-9D8E-941BF97F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B55-7CF7-4D2D-A71C-5B14E7B05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912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2531FF-1DEA-420C-BCBB-9FBD56C2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CF5BBD-C33B-4EB0-BC4A-8B4C14945A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547FE6-334B-43DA-AE67-CA8CD3D97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4FCFCA-31B4-4A79-8952-652A46CCD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9EE40-0653-4F05-969A-D86CE14C1E27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DBC7A0-04A7-42A9-921A-1D9FFCD2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6F2B8E-BF05-4ABD-AC0B-739368DAC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B55-7CF7-4D2D-A71C-5B14E7B05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8441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B40EA0-E58B-4495-9D7B-285109856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371054-4B18-4D89-96AB-2CAE2BA2A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3CF15E-F6CB-4D9A-9EE4-D99000EB9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0914E04-B283-4152-A185-13476A9207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CA256C3-CEDB-43B3-AB95-911FDBE961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0C5C259-9FC8-42B6-9CE2-0DE506916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9EE40-0653-4F05-969A-D86CE14C1E27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A013311-AB28-4161-B342-D8F7C906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293A221-F901-4083-B476-669DC4AB9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B55-7CF7-4D2D-A71C-5B14E7B05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025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9095C1-D502-4714-AE67-4BE712043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5F4E197-C457-439B-A364-EF196AAAF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9EE40-0653-4F05-969A-D86CE14C1E27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481934-58AB-4067-B704-10E1E32E2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623695-F5CA-439C-8B3E-716B8561D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B55-7CF7-4D2D-A71C-5B14E7B05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8698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3A48DC-71EF-475B-BC8B-1DAA12BF4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9EE40-0653-4F05-969A-D86CE14C1E27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ADC18CF-345D-4DBD-B0EA-917A33D3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F3CF8B-30E4-44DE-8C51-4992DA3E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B55-7CF7-4D2D-A71C-5B14E7B05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3018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AA25D2-DAFD-4C98-BB70-78B13D64E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18DEDF-6947-469A-AF2A-CD9C86497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C4BB68E-848B-4C0F-AB55-24C68AE6D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06E4AE-86CB-43BC-BEAF-0AF7493E9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9EE40-0653-4F05-969A-D86CE14C1E27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0DC18DD-8111-40C9-ABA1-DA7BA1A71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51EE7B-8C3B-4C5F-A83C-A69BC681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B55-7CF7-4D2D-A71C-5B14E7B05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4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59DE8E-7871-4A80-97C9-55EB9340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9A9DDEC-4694-4004-BCDE-A7DC95694D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F51C79-5B6D-422D-9645-8CF16467E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729496-1C53-4041-82A2-83E36A1E8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9EE40-0653-4F05-969A-D86CE14C1E27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6E7628-5EE7-4261-AF4F-872B0CD2C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F847B7E-C704-4897-B023-F2CDC674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B55-7CF7-4D2D-A71C-5B14E7B05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796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0CDB69-FF5C-4194-B2A7-2C9A3D44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8A65ABF-2882-4D08-A43A-219F4FC98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0E61C5-C4C3-4511-A92C-115C9428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9EE40-0653-4F05-969A-D86CE14C1E27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29B9CE-AFA3-47AE-BCB3-09CB6DBC4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90AFB1-60D4-40FD-A3B2-631668479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B55-7CF7-4D2D-A71C-5B14E7B05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8923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8682F8E-4B46-48B4-9DB5-38B8D41632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5AFF59-9A63-43DE-9161-A99FA2E42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ACBEB5-4B39-47EA-9548-BCEDB9184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9EE40-0653-4F05-969A-D86CE14C1E27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318897-9BBA-4D22-879F-92FF4FC5A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EBFF7B-B032-4823-93B0-A7BA4195E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B55-7CF7-4D2D-A71C-5B14E7B05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450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EC920E-8BCF-49E4-A387-D1A3530C3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BDC2E7-7CE0-4CF3-90EC-0AE4F39A1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9D219B-6A0F-4991-B766-660E99B702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9EE40-0653-4F05-969A-D86CE14C1E27}" type="datetimeFigureOut">
              <a:rPr lang="ru-RU" smtClean="0"/>
              <a:t>25.05.2024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988E33-B38E-4FD4-B26D-A274F283F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F9FDAF-A401-44C5-BDE7-CCA7821BE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DDB55-7CF7-4D2D-A71C-5B14E7B05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32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25E7FD-9F6C-4BE0-8859-A6D8C34D3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31328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Курсовая работа на тему: «Компьютерное моделирование  дома с использованием программы “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Renga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DB7FA7-87BD-4C03-A2EA-EDEE4997F7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Аннануров Даниил Петрович ИВТ 1.2</a:t>
            </a:r>
          </a:p>
        </p:txBody>
      </p:sp>
    </p:spTree>
    <p:extLst>
      <p:ext uri="{BB962C8B-B14F-4D97-AF65-F5344CB8AC3E}">
        <p14:creationId xmlns:p14="http://schemas.microsoft.com/office/powerpoint/2010/main" val="1019883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228EA2-5303-43F4-BC7D-825270517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9642B8-1FC2-4F2B-B174-5DC0EE046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44351"/>
          </a:xfrm>
        </p:spPr>
        <p:txBody>
          <a:bodyPr>
            <a:normAutofit/>
          </a:bodyPr>
          <a:lstStyle/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современном мире, архитектура и строительство жилых домов сталкиваются с рядом вызовов, включая необходимость оптимизации пространства, улучшения комфорта и безопасности жильцов, а также сокращения затрат на строительство и эксплуатацию. С помощью 3D моделирования мы можем решить данные проблемы.</a:t>
            </a:r>
          </a:p>
          <a:p>
            <a:pPr marL="0" indent="0" algn="just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634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EAF3A8-83AF-4CBB-87E1-5AB34EAC1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 и цели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D4F6D4-0E7C-428B-AE74-84364E983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88540"/>
          </a:xfrm>
        </p:spPr>
        <p:txBody>
          <a:bodyPr>
            <a:normAutofit lnSpcReduction="10000"/>
          </a:bodyPr>
          <a:lstStyle/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Предмет исследования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компьютерная 3D модель жилого дома, реализованная в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“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Renga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”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и разработать.</a:t>
            </a:r>
            <a:endParaRPr lang="ru-RU" b="0" dirty="0"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Цель: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разработка архитектурно, объемно-планировочное и конструктивное решение здания с простейшими видами инженерно-технического оборудования. Для достижения поставленной цели необходимо проанализировать интернет – ресурсы для создания модели.</a:t>
            </a:r>
            <a:br>
              <a:rPr lang="ru-RU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AF75A5-D37B-44B7-9E67-A1654184B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318" y="3390482"/>
            <a:ext cx="6454588" cy="310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530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6EB165-B50F-4DCC-9572-9C6141866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Осевая сетка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7A2567-8947-4139-9288-8F71174860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635" y="1881421"/>
            <a:ext cx="7712729" cy="359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955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A75F2-3DE3-4F19-96AE-E088C6F81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Стены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906BA25-4404-4157-B1B5-7FC757253A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770" y="1825625"/>
            <a:ext cx="689646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36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F213C0-44A9-4CC1-934F-87BC32442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этаж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32F4A66-A5D0-4241-A25C-455B60BF7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02CB115-429D-4094-AF76-94802085B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976" y="1426243"/>
            <a:ext cx="4036047" cy="543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533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89D63-7B6A-4DDA-B659-95E131D9C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Второй этаж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DAAAEAA-DD5E-4F41-8810-CFE7F2B43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9B4F77-BE08-403C-8019-7B5EC3254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769" y="1585942"/>
            <a:ext cx="3804462" cy="499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46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CFC750-AB9E-4347-A808-C3E86347A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Крыша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E4337F8-E241-425D-9911-76750D970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4664" y="1875304"/>
            <a:ext cx="9622672" cy="4351338"/>
          </a:xfrm>
        </p:spPr>
      </p:pic>
    </p:spTree>
    <p:extLst>
      <p:ext uri="{BB962C8B-B14F-4D97-AF65-F5344CB8AC3E}">
        <p14:creationId xmlns:p14="http://schemas.microsoft.com/office/powerpoint/2010/main" val="49613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A3F82-C810-4F93-8EA8-ABFA9DE55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58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91FEFB-1CE2-4F0E-82F6-135D2A7BB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4942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131</Words>
  <Application>Microsoft Office PowerPoint</Application>
  <PresentationFormat>Широкоэкранный</PresentationFormat>
  <Paragraphs>13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Тема Office</vt:lpstr>
      <vt:lpstr>Курсовая работа на тему: «Компьютерное моделирование  дома с использованием программы “Renga”»</vt:lpstr>
      <vt:lpstr>Актуальность работы</vt:lpstr>
      <vt:lpstr>Предмет исследования и цели</vt:lpstr>
      <vt:lpstr>Осевая сетка</vt:lpstr>
      <vt:lpstr>Стены</vt:lpstr>
      <vt:lpstr>Первый этаж</vt:lpstr>
      <vt:lpstr>Второй этаж</vt:lpstr>
      <vt:lpstr>Крыша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на тему: «Компьютерное моделирование  дома с использованием программы “Renga”»</dc:title>
  <dc:creator>Даниил Аннануров</dc:creator>
  <cp:lastModifiedBy>Даниил Аннануров</cp:lastModifiedBy>
  <cp:revision>5</cp:revision>
  <dcterms:created xsi:type="dcterms:W3CDTF">2024-05-25T12:39:48Z</dcterms:created>
  <dcterms:modified xsi:type="dcterms:W3CDTF">2024-05-25T13:36:20Z</dcterms:modified>
</cp:coreProperties>
</file>