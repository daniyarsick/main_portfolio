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C796-F56B-48E1-833B-49E969C80FAE}" type="datetimeFigureOut">
              <a:rPr lang="ru-RU" smtClean="0"/>
              <a:t>12.12.2023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BE7E-6A91-4028-AE2D-6C5F0D432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970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C796-F56B-48E1-833B-49E969C80FAE}" type="datetimeFigureOut">
              <a:rPr lang="ru-RU" smtClean="0"/>
              <a:t>12.12.2023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BE7E-6A91-4028-AE2D-6C5F0D432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836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C796-F56B-48E1-833B-49E969C80FAE}" type="datetimeFigureOut">
              <a:rPr lang="ru-RU" smtClean="0"/>
              <a:t>12.12.2023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BE7E-6A91-4028-AE2D-6C5F0D432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308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C796-F56B-48E1-833B-49E969C80FAE}" type="datetimeFigureOut">
              <a:rPr lang="ru-RU" smtClean="0"/>
              <a:t>12.12.2023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BE7E-6A91-4028-AE2D-6C5F0D432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616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C796-F56B-48E1-833B-49E969C80FAE}" type="datetimeFigureOut">
              <a:rPr lang="ru-RU" smtClean="0"/>
              <a:t>12.12.2023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BE7E-6A91-4028-AE2D-6C5F0D432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810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C796-F56B-48E1-833B-49E969C80FAE}" type="datetimeFigureOut">
              <a:rPr lang="ru-RU" smtClean="0"/>
              <a:t>12.12.2023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BE7E-6A91-4028-AE2D-6C5F0D432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50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C796-F56B-48E1-833B-49E969C80FAE}" type="datetimeFigureOut">
              <a:rPr lang="ru-RU" smtClean="0"/>
              <a:t>12.12.2023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BE7E-6A91-4028-AE2D-6C5F0D432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0010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C796-F56B-48E1-833B-49E969C80FAE}" type="datetimeFigureOut">
              <a:rPr lang="ru-RU" smtClean="0"/>
              <a:t>12.12.2023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BE7E-6A91-4028-AE2D-6C5F0D432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793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C796-F56B-48E1-833B-49E969C80FAE}" type="datetimeFigureOut">
              <a:rPr lang="ru-RU" smtClean="0"/>
              <a:t>12.12.2023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BE7E-6A91-4028-AE2D-6C5F0D432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18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C796-F56B-48E1-833B-49E969C80FAE}" type="datetimeFigureOut">
              <a:rPr lang="ru-RU" smtClean="0"/>
              <a:t>12.12.2023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BE7E-6A91-4028-AE2D-6C5F0D432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644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C796-F56B-48E1-833B-49E969C80FAE}" type="datetimeFigureOut">
              <a:rPr lang="ru-RU" smtClean="0"/>
              <a:t>12.12.2023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4BE7E-6A91-4028-AE2D-6C5F0D432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903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6C796-F56B-48E1-833B-49E969C80FAE}" type="datetimeFigureOut">
              <a:rPr lang="ru-RU" smtClean="0"/>
              <a:t>12.12.2023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4BE7E-6A91-4028-AE2D-6C5F0D432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742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illiam_Seward_Burroughs_I" TargetMode="External"/><Relationship Id="rId2" Type="http://schemas.openxmlformats.org/officeDocument/2006/relationships/hyperlink" Target="https://www.wikitree.com/wiki/Burroughs-134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mputinghistory.org.uk/det/6113/William%20Seward%20Burroughs%20patents%20his%20calculating%20machine#:~:text=21st%20August%201888%20William%20Seward,a%20more%20practical%20calculating%20machine" TargetMode="External"/><Relationship Id="rId5" Type="http://schemas.openxmlformats.org/officeDocument/2006/relationships/hyperlink" Target="https://habr.com/ru/articles/181752/" TargetMode="External"/><Relationship Id="rId4" Type="http://schemas.openxmlformats.org/officeDocument/2006/relationships/hyperlink" Target="https://mycompanies.fandom.com/wiki/Burroughs_Adding_Machine_Compan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790465"/>
          </a:xfrm>
        </p:spPr>
        <p:txBody>
          <a:bodyPr/>
          <a:lstStyle/>
          <a:p>
            <a:r>
              <a:rPr lang="ru-RU" b="1" dirty="0" smtClean="0"/>
              <a:t>Жизнь и исследования Уильяма Берроуза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6386190"/>
            <a:ext cx="12192000" cy="471810"/>
          </a:xfrm>
        </p:spPr>
        <p:txBody>
          <a:bodyPr>
            <a:normAutofit/>
          </a:bodyPr>
          <a:lstStyle/>
          <a:p>
            <a:r>
              <a:rPr lang="ru-RU" dirty="0" err="1" smtClean="0"/>
              <a:t>Аннануров</a:t>
            </a:r>
            <a:r>
              <a:rPr lang="ru-RU" dirty="0" smtClean="0"/>
              <a:t> Даниил Петрович 2 курс ИВТ 1.2</a:t>
            </a:r>
            <a:endParaRPr lang="ru-RU" dirty="0"/>
          </a:p>
        </p:txBody>
      </p:sp>
      <p:pic>
        <p:nvPicPr>
          <p:cNvPr id="1026" name="Picture 2" descr="https://upload.wikimedia.org/wikipedia/commons/thumb/2/2b/William_S._Burroughs_(1855-1898).jpg/1280px-William_S._Burroughs_(1855-1898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139" y="2262275"/>
            <a:ext cx="2917972" cy="412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01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 smtClean="0"/>
              <a:t>The life and research of William</a:t>
            </a:r>
            <a:r>
              <a:rPr lang="en-US" sz="6000" b="1" dirty="0"/>
              <a:t> Burroughs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6346825"/>
            <a:ext cx="12192000" cy="52705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 smtClean="0"/>
              <a:t>Annanurov</a:t>
            </a:r>
            <a:r>
              <a:rPr lang="en-US" dirty="0" smtClean="0"/>
              <a:t> Daniil </a:t>
            </a:r>
            <a:r>
              <a:rPr lang="en-US" dirty="0" err="1" smtClean="0"/>
              <a:t>Petrovich</a:t>
            </a:r>
            <a:r>
              <a:rPr lang="en-US" dirty="0" smtClean="0"/>
              <a:t> IVT 1.2</a:t>
            </a:r>
            <a:endParaRPr lang="ru-RU" dirty="0"/>
          </a:p>
        </p:txBody>
      </p:sp>
      <p:pic>
        <p:nvPicPr>
          <p:cNvPr id="4" name="Picture 2" descr="https://upload.wikimedia.org/wikipedia/commons/thumb/2/2b/William_S._Burroughs_(1855-1898).jpg/1280px-William_S._Burroughs_(1855-1898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154" y="1956799"/>
            <a:ext cx="2917972" cy="412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202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P</a:t>
            </a:r>
            <a:r>
              <a:rPr lang="en-US" sz="6000" b="1" dirty="0" smtClean="0"/>
              <a:t>ersonal Life</a:t>
            </a:r>
            <a:endParaRPr lang="ru-RU" sz="6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491449" y="5560072"/>
            <a:ext cx="2905125" cy="5365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</a:t>
            </a:r>
            <a:r>
              <a:rPr lang="en-US" dirty="0" smtClean="0"/>
              <a:t>uburn, New </a:t>
            </a:r>
            <a:r>
              <a:rPr lang="en-US" dirty="0"/>
              <a:t>Y</a:t>
            </a:r>
            <a:r>
              <a:rPr lang="en-US" dirty="0" smtClean="0"/>
              <a:t>ork</a:t>
            </a:r>
            <a:endParaRPr lang="ru-RU" dirty="0"/>
          </a:p>
        </p:txBody>
      </p:sp>
      <p:pic>
        <p:nvPicPr>
          <p:cNvPr id="2050" name="Picture 2" descr="не определен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067" y="1690688"/>
            <a:ext cx="5537890" cy="353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habrastorage.org/getpro/habr/post_images/86a/014/74c/86a01474c264be9ad9f21b257978f92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16" y="1573014"/>
            <a:ext cx="4210583" cy="3656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001590" y="5573427"/>
            <a:ext cx="17684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Bank clerk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80018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1353800" cy="1325563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 smtClean="0"/>
              <a:t>Burroughs portable adding Machine</a:t>
            </a:r>
            <a:endParaRPr lang="ru-RU" sz="6000" b="1" dirty="0"/>
          </a:p>
        </p:txBody>
      </p:sp>
      <p:pic>
        <p:nvPicPr>
          <p:cNvPr id="1026" name="Picture 2" descr="https://static.wikia.nocookie.net/mycompanies/images/5/55/Burroughsadding3.png/revision/latest?cb=2022011302545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73" y="1690688"/>
            <a:ext cx="3408617" cy="4748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computinghistory.org.uk/userdata/images/large/13/58/product-111358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369" y="1690688"/>
            <a:ext cx="335343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754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M</a:t>
            </a:r>
            <a:r>
              <a:rPr lang="en-US" sz="6000" b="1" dirty="0" smtClean="0"/>
              <a:t>arketing</a:t>
            </a:r>
            <a:endParaRPr lang="ru-RU" sz="6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036" y="1450182"/>
            <a:ext cx="5219928" cy="4726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050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b="1" dirty="0" smtClean="0"/>
              <a:t>Death</a:t>
            </a:r>
            <a:endParaRPr lang="ru-RU" sz="6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33524" y="3501819"/>
            <a:ext cx="4486275" cy="3857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/>
              <a:t>September 14, </a:t>
            </a:r>
            <a:r>
              <a:rPr lang="en-US" sz="4000" dirty="0" smtClean="0"/>
              <a:t>1898</a:t>
            </a:r>
            <a:endParaRPr lang="ru-RU" sz="4000" dirty="0"/>
          </a:p>
        </p:txBody>
      </p:sp>
      <p:pic>
        <p:nvPicPr>
          <p:cNvPr id="4" name="Picture 2" descr="https://upload.wikimedia.org/wikipedia/commons/thumb/2/2b/William_S._Burroughs_(1855-1898).jpg/1280px-William_S._Burroughs_(1855-1898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578" y="1825624"/>
            <a:ext cx="2917972" cy="412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224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Sites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www.wikitree.com/wiki/Burroughs-1346</a:t>
            </a:r>
            <a:endParaRPr lang="en-US" dirty="0" smtClean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en.wikipedia.org/wiki/William_Seward_Burroughs_I</a:t>
            </a:r>
            <a:endParaRPr lang="en-US" dirty="0" smtClean="0"/>
          </a:p>
          <a:p>
            <a:pPr marL="0" indent="0">
              <a:buNone/>
            </a:pP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mycompanies.fandom.com/wiki/Burroughs_Adding_Machine_Company</a:t>
            </a:r>
            <a:endParaRPr lang="en-US" dirty="0" smtClean="0"/>
          </a:p>
          <a:p>
            <a:pPr marL="0" indent="0">
              <a:buNone/>
            </a:pPr>
            <a:r>
              <a:rPr lang="en-US" dirty="0">
                <a:hlinkClick r:id="rId5"/>
              </a:rPr>
              <a:t>https://habr.com/ru/articles/181752</a:t>
            </a:r>
            <a:r>
              <a:rPr lang="en-US" dirty="0" smtClean="0">
                <a:hlinkClick r:id="rId5"/>
              </a:rPr>
              <a:t>/</a:t>
            </a:r>
            <a:endParaRPr lang="en-US" dirty="0" smtClean="0"/>
          </a:p>
          <a:p>
            <a:pPr marL="0" indent="0">
              <a:buNone/>
            </a:pPr>
            <a:r>
              <a:rPr lang="en-US" dirty="0">
                <a:hlinkClick r:id="rId6"/>
              </a:rPr>
              <a:t>https://www.computinghistory.org.uk/det/6113/William%20Seward%20Burroughs%20patents%20his%20calculating%20machine#:~:</a:t>
            </a:r>
            <a:r>
              <a:rPr lang="en-US" dirty="0" smtClean="0">
                <a:hlinkClick r:id="rId6"/>
              </a:rPr>
              <a:t>text=21st%20August%201888%20William%20Seward,a%20more%20practical%20calculating%20machine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40574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60</Words>
  <Application>Microsoft Office PowerPoint</Application>
  <PresentationFormat>Широкоэкранный</PresentationFormat>
  <Paragraphs>17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Жизнь и исследования Уильяма Берроуза</vt:lpstr>
      <vt:lpstr>The life and research of William Burroughs</vt:lpstr>
      <vt:lpstr>Personal Life</vt:lpstr>
      <vt:lpstr>Burroughs portable adding Machine</vt:lpstr>
      <vt:lpstr>Marketing</vt:lpstr>
      <vt:lpstr>Death</vt:lpstr>
      <vt:lpstr>Sites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Жизнь и исследования Уильяма Берроуза</dc:title>
  <dc:creator>Даниил</dc:creator>
  <cp:lastModifiedBy>Даниил</cp:lastModifiedBy>
  <cp:revision>10</cp:revision>
  <dcterms:created xsi:type="dcterms:W3CDTF">2023-12-12T13:51:42Z</dcterms:created>
  <dcterms:modified xsi:type="dcterms:W3CDTF">2023-12-12T17:27:28Z</dcterms:modified>
</cp:coreProperties>
</file>